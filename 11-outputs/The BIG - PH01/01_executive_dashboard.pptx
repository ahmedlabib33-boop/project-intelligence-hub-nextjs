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ROYA-BIG PROJECT PHASE01 (B1-4) | The Big -P.01-UP-20-April-26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ROYA-BIG PROJECT PHASE01 (B1-4)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The Big -P.01-UP-20-April-26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Buildings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Active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367,286,025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110,288,532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30.7%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65.3%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367,286,025 / EGP 252,796,791 / EGP 113,085,035 / EGP 113,085,035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0.45 / 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01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