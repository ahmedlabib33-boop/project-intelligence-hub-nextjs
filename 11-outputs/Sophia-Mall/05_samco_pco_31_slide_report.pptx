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30 data-driven control sections | 2026-08-13T19:10:46+00:00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CON-SM-GF-1050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floor slab and beams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25048192.77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50096385.54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71687927.71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75903614.46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62129537.35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126506024.10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88946132.53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250481927.71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217718891.57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164616722.89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253012048.19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92928795.18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78355200.00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116197200.00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141796200.00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257993400.00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209244000.00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467237400.00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259106400.00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726343800.00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311640000.00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1037983800.00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298061400.00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1336045200.00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1554000000.00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283147200.00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1619192400.00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148785000.00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1767977400.00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122304000.00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1890281400.00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25-Aug-27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Mall Mixed-Use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Retail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