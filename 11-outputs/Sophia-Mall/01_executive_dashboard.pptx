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5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4FAFF"/>
                </a:solidFill>
              </a:defRPr>
            </a:pPr>
            <a:r>
              <a:t>Executive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241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9D7D2"/>
                </a:solidFill>
              </a:defRPr>
            </a:pPr>
            <a:r>
              <a:t>Sophia Mall Mixed-Use Development | Sophia-Mall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PROJECT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Sophia Mall Mixed-Use Development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00200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PROJECT ID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Sophia-Mall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32888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SECTOR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Buildings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532888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STATUS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On Track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65576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CONTRACT VALUE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2,100,000,000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465576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PAID AMOUNT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809,004,000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98264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ACTUAL PROGRESS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33.0%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398264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PLANNED PROGRESS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31.0%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330952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BAC / PV / EV / AC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2,100,000,000 / EGP 1,112,493,976 / EGP 1,166,846,024 / EGP 1,155,177,564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5330952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SPI / CPI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1.05 / 1.01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7C3D6"/>
                </a:solidFill>
              </a:defRPr>
            </a:pPr>
            <a:r>
              <a:t>Generated 01 Aug 2026 | Source-controlled selected-project 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