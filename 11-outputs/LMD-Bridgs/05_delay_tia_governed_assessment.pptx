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3558"/>
                </a:solidFill>
              </a:defRPr>
            </a:pPr>
            <a:r>
              <a:t>Delay Analysis - Time Impact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LMD Bridge &amp; Road Interchange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Not calculated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