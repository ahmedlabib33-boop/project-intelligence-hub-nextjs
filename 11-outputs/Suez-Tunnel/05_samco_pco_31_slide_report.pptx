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Project Controls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30 data-driven control sections | 2026-08-13T19:10:49+00:00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PRO-TIA-01 | Time Impact &amp; Extension of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PRO-DLY-02 | Delay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delay_events: 01-data/import_templates/delay_events.csv (5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Primary Event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employer free issue steel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/ design clarification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Delayed RFI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Access constraint and traffic diversion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MEP sleeve coordination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CON-ST-SLAB-1050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Roof slab reinforcement and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1-Jul-26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PRO-PRG-03 | Project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01-data/import_templates/progress_updates.csv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PRO-REC-04 | Recovery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PRO-VAR-05 | Variation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steel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and RFI response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PRO-IPC-06 | Interim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15-Dec-25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13-Feb-26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15-Mar-26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14-Apr-26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14-May-26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PRO-RES-07 | Resource &amp; Manpower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PRO-EQP-08 | Equipment &amp; Plant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PRO-CST-09 | Cost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15963855.42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15963855.42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15963855.42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30120481.93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31927710.84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30120481.93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31927710.84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45180722.89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39750000.00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45180722.89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31800000.00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47700000.00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108650000.00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79500000.00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55650000.00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33125000.00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PRO-EVM-10 | Earned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15963855.42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15963855.42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15963855.42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30120481.93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31927710.84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30120481.93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31927710.84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45180722.89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39750000.00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45180722.89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31800000.00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47700000.00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108650000.00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79500000.00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55650000.00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33125000.00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PRO-CFS-11 | 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planned_cash_flow: 01-data/import_templates/planned_cash_flow.csv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15-Dec-25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13-Feb-26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15-Mar-26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14-Apr-26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14-May-26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PRO-SCV-12 | S-Curve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s_curve: 01-data/import_templates/s_curve.csv (10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8238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17637500.00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17637500.00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36520000.00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54157500.00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87500000.00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162500000.00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66088750.00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120246250.00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287500000.00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97525000.00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217771250.00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437500000.00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120765000.00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338536250.00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612500000.00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145250000.00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483786250.00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162500000.00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775000000.00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138921250.00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622707500.00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131970000.00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754677500.00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1050000000.00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88562500.00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843240000.00</a:t>
                      </a:r>
                    </a:p>
                  </a:txBody>
                  <a:tcPr/>
                </a:tc>
              </a:tr>
              <a:tr h="38239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1150000000.00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72800000.00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916040000.00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PRO-PRC-13 | Procurement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PRO-MAT-14 | Material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PRO-LAH-15 | Labour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PRO-CPM-16 | 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PRO-FLT-17 | Float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PRO-MIL-18 | Milestone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milestones: 01-data/import_templates/milestones.csv (5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milestone_id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forecast_date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actual_date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8-Sep-25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Works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19-Oct-26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Substantial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18-May-27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PRO-RSK-19 | Risk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051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time_impact_days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 delivery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design clarification and IFC revisions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Cashflow pressure due to delayed 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PRO-RFI-20 | RFI &amp; Submittals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rfi: 02-delay_analysis/unified_tia_csv/09- rfi_status.csv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PRO-QAQC-21 | QA/QC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PRO-PROD-22 |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01-data/import_templates/progress_updates.csv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PRO-EXE-23 | Executive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projects: 01-data/import_templates/projects.csv (1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21031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client_name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 Tunnel Civil &amp; MEP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 Urban Development Authority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Nile Infra JV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PRO-BLC-24 | Baseline vs Current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PRO-FCF-25 | Forecast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PRO-ML-26 | ML Project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PRO-CAD-27 | Contract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contracts: 01-data/import_templates/contracts.csv (2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original_value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Nile Infra JV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1250000000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Nile Infra JV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Lump 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225000000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PRO-CHG-28 | Change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steel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and RFI response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PRO-DOC-29 | Document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PRO-IFC-30 | Interface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ifc: 02-delay_analysis/unified_tia_csv/07- ifc_conflict.csv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