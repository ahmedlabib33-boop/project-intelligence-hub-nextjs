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Suez Tunnel Civil &amp; MEP Works | Suez-Tunnel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 Tunnel Civil &amp; MEP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481,550,000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35.0%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42.0%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 / EGP 563,253,012 / EGP 485,421,687 / EGP 514,546,988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01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