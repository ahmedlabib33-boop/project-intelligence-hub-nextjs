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0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SAMCO-PCO PRO-CPM-16 Critical Path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31546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DE0F0"/>
                </a:solidFill>
              </a:defRPr>
            </a:pPr>
            <a:r>
              <a:t>LMD Bridge &amp; Road Interchange | 1 data-driven control section | 2026-08-14T03:05:27+00:00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PRO-CPM-16 | Critical Path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p6: 02-delay_analysis/unified_tia_csv/04- p6_activity_export.csv (0 rows)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activities: 01-data/import_templates/activities.csv (17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32355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wbs_id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planned_start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planned_finish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Project Start 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Contract Agreement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IFC Drawing Package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12-Nov-25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LMD-Bridge.MOBILIZATION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KD-MOB-1000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Mobilization and traffic diversion setup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9-Nov-25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9-Dec-25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LMD-Bridge.SURVEY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SUR-LB-1010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Survey control and utility relocation setting out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19-Dec-25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E-SUB-LB-1020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Bridge substructure shop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20-Dec-25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24-Jan-26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E-APP-LB-1020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Approval of pier and deck shop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26-Jan-26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27-Feb-26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LMD-Bridge.PROCUREMENT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P-MDEL-LB-1000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Steel, bearings and expansion joints delivery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14-Jan-26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25-Mar-26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CON-LB-PIL-1010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Bored piles and pile caps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15-Apr-26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CON-LB-RFT-1020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RFT for piers and abutments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17-Mar-26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24-Apr-26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CON-LB-CON-1030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Concrete works for piers and abutments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24-Apr-26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29-May-26</a:t>
                      </a:r>
                    </a:p>
                  </a:txBody>
                  <a:tcPr/>
                </a:tc>
              </a:tr>
              <a:tr h="323568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CON-LB-DECK-1040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Deck formwork reinforcement and casting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13-Jun-26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1-Sep-26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