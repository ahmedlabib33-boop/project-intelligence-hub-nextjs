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PRO-VAR-05 Variation Report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PRO-VAR-05 | Variation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claims: 01-data/import_templates/claims.csv (2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1402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claim_event_ref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claim_title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notice_date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free issue steel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3-Mar-26</a:t>
                      </a:r>
                    </a:p>
                  </a:txBody>
                  <a:tcPr/>
                </a:tc>
              </a:tr>
              <a:tr h="1402080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DE-002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IFC and RFI response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