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PRO-VAR-05 Variation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2026-08-15T05:30:57+00:00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3-Mar-26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