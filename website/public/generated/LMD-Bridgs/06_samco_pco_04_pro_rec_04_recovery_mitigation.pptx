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PRO-REC-04 Recovery &amp; Mitigation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