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PRO-DLY-02 Delay Analysis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LMD Bridge &amp; Road Interchange | 1 data-driven control section | 2026-08-14T03:05:27+00:00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PRO-DLY-02 | Delay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delay_events: 01-data/import_templates/delay_events.csv (5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7010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Primary Event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Activity 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BL 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 in employer free issue steel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CON-LB-PIL-1010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Bored piles and pile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10-Jan-26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/ design clarification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CON-LB-RFT-1020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RFT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17-Mar-26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Delayed RFI response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CON-LB-CON-1030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Concrete works for piers and abutments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24-Apr-26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29-May-26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Access constraint and traffic diversion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CON-LB-DECK-1040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Deck formwork reinforcement and 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13-Jun-26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1-Sep-26</a:t>
                      </a:r>
                    </a:p>
                  </a:txBody>
                  <a:tcPr/>
                </a:tc>
              </a:tr>
              <a:tr h="70104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LMD-Bridge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MEP sleeve coordination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CON-LB-ROAD-1050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Approach road embankment and pavement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27-Aug-26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30-Nov-26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