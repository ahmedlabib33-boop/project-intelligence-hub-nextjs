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PRO-DLY-02 Delay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employer free issue steel supply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/ design clarification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RFI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Access constraint and traffic diversion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sleeve coordination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CON-LB-ROAD-1050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Approach road embankment and pavement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30-Nov-26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