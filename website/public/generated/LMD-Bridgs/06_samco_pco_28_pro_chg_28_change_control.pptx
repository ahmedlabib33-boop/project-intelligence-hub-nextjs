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PRO-CHG-28 Change Control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LMD Bridge &amp; Road Interchange | 1 data-driven control section | 2026-08-15T05:30:57+00:00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PRO-CHG-28 | Change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claims: 01-data/import_templates/claims.csv (2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14020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claim_event_ref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claim_title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notice_date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CL-001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LB-PH-01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DE-001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Employer free issue steel delay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3-Mar-26</a:t>
                      </a:r>
                    </a:p>
                  </a:txBody>
                  <a:tcPr/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CL-002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LB-PH-01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DE-002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Late IFC and RFI response impact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