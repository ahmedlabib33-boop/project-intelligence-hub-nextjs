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PRO-MIL-18 Milestone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(5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Works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7-Jan-27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Substantial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20-Mar-27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9-Jun-27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