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PRO-PROD-22 Productivity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PRO-PROD-22 |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01-data/import_templates/progress_updates.csv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