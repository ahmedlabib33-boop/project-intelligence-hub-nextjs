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PRO-IFC-30 Interface Management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