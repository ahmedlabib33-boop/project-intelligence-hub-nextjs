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PRO-CST-09 Cost Control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2026-08-14T03:05:27+00:00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PRO-CST-09 | Cost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10855421.69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10855421.69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10855421.69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20481927.71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21710843.37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20481927.71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21710843.37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30722891.57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24567990.36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30722891.57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18693036.14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51204819.28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24478975.90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102409638.55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75662289.16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102409638.55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51628385.54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102409638.55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32045204.82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102409638.55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7121156.63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