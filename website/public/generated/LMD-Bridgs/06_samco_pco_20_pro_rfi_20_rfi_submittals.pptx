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PRO-RFI-20 RFI &amp; Submittals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LMD Bridge &amp; Road Interchange | 1 data-driven control section | 2026-08-14T03:05:27+00:00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PRO-RFI-20 | RFI &amp; Submittals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A6B00"/>
                </a:solidFill>
              </a:defRPr>
            </a:pPr>
            <a:r>
              <a:t>AWAITING CONTROLLED CSV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rfi: 02-delay_analysis/unified_tia_csv/09- rfi_status.csv (0 rows)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0574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6464"/>
                </a:solidFill>
              </a:defRPr>
            </a:pPr>
            <a:r>
              <a:t>No controlled CSV data is available for this report section. No value or conclusion has been inferred.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