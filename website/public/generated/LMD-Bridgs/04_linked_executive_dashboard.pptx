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25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4FAFF"/>
                </a:solidFill>
              </a:defRPr>
            </a:pPr>
            <a:r>
              <a:t>Linked Executive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241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9D7D2"/>
                </a:solidFill>
              </a:defRPr>
            </a:pPr>
            <a:r>
              <a:t>LMD Bridge &amp; Road Interchange | LMD-Bridge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PROJECT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LMD Bridge &amp; Road Interchange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600200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PROJECT ID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LMD-Bridge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32888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SECTOR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Bridges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2532888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STATUS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Delayed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465576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CONTRACT VALUE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EGP 850,000,000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3465576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PAID AMOUNT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EGP 327,454,000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398264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ACTUAL PROGRESS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31.0%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4398264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PLANNED PROGRESS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38.0%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330952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BAC / PV / EV / AC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EGP 850,000,000 / EGP 343,174,699 / EGP 294,306,867 / EGP 311,965,280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5330952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SPI / CPI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0.86 / 0.94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7C3D6"/>
                </a:solidFill>
              </a:defRPr>
            </a:pPr>
            <a:r>
              <a:t>Generated 02 Aug 2026 | Source-controlled selected-project output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