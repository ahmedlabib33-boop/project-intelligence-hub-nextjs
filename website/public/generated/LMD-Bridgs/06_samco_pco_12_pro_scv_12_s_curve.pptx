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PRO-SCV-12 S-Curve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11849000.00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11849000.00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24534400.00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36383400.00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44398900.00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80782300.00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195500000.00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65518000.00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146300300.00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81130800.00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227431100.00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416500000.00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97580000.00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325011100.00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93328300.00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418339400.00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88658400.00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506997800.00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60222500.00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567220300.00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49504000.00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616724300.00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