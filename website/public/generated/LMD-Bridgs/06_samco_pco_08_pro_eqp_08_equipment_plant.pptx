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PRO-EQP-08 Equipment &amp; Plant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LMD Bridge &amp; Road Interchange | 1 data-driven control section | 2026-08-15T05:30:57+00:00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PRO-EQP-08 | Equipment &amp; Plant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A6B00"/>
                </a:solidFill>
              </a:defRPr>
            </a:pPr>
            <a:r>
              <a:t>AWAITING CONTROLLED CSV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No mapped source:  (0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No controlled CSV data is available for this report section. No value or conclusion has been inferred.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