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PRO-EQP-08 Equipment &amp; Plant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2026-08-14T03:05:27+00:00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PRO-EQP-08 | Equipment &amp; Plant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