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PRO-CAD-27 Contract Administration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Prime Roads &amp; Bridges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Prime Roads &amp; Bridges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153000000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