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PRO-FLT-17 Float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1 data-driven control section | 2026-08-15T05:30:57+00:00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PRO-FLT-17 | Float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