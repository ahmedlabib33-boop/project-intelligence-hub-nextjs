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PRO-PRC-13 Procurement Status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LMD Bridge &amp; Road Interchange | 1 data-driven control section | 2026-08-14T03:05:27+00:00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PRO-PRC-13 | Procurement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01-data/import_templates/activities.csv (17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wbs_id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12-Nov-25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LMD-Bridge.MOBILIZATION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Mobilization and traffic diversion setup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9-Dec-25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LMD-Bridge.SURVEY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SUR-LB-1010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Survey control and utility relocation setting 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19-Dec-25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E-SUB-LB-1020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Bridge substructure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20-Dec-25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E-APP-LB-1020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Approval of pier and deck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LMD-Bridge.PROCUREMENT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P-MDEL-LB-1000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Steel, bearings and expansion joints delivery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14-Jan-26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CON-LB-PIL-1010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Bored piles and pile caps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15-Apr-26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CON-LB-RFT-1020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RFT for piers and abutments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17-Mar-26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24-Apr-26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CON-LB-CON-1030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Concrete works for piers and abutments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24-Apr-26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29-May-26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CON-LB-DECK-1040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Deck formwork reinforcement and casting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13-Jun-26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1-Sep-26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