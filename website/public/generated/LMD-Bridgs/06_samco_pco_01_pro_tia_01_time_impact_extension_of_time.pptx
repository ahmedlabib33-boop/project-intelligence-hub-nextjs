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PRO-TIA-01 Time Impact &amp; Extension of Time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PRO-TIA-01 | Time Impact &amp; Extension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