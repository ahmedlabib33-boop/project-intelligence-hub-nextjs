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3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0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FFFFFF"/>
                </a:solidFill>
              </a:defRPr>
            </a:pPr>
            <a:r>
              <a:t>SAMCO-PCO PRO-EXE-23 Executive Report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31546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CDE0F0"/>
                </a:solidFill>
              </a:defRPr>
            </a:pPr>
            <a:r>
              <a:t>LMD Bridge &amp; Road Interchange | 1 data-driven control section | 2026-08-15T05:30:57+00:00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128016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PRO-EXE-23 | Executive Report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914400"/>
            <a:ext cx="3246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A7D45"/>
                </a:solidFill>
              </a:defRPr>
            </a:pPr>
            <a:r>
              <a:t>DATA AVAILABLE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</a:defRPr>
            </a:pPr>
            <a:r>
              <a:t>CSV sources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projects: 01-data/import_templates/projects.csv (1 rows)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activities: 01-data/import_templates/project_input_bundle.csv (17 rows)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evm: 01-data/import_templates/project_input_bundle.csv (17 rows)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risks: 01-data/import_templates/risks.csv (3 rows)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965960"/>
          <a:ext cx="1138428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7380"/>
                <a:gridCol w="1897380"/>
                <a:gridCol w="1897380"/>
                <a:gridCol w="1897380"/>
                <a:gridCol w="1897380"/>
                <a:gridCol w="1897380"/>
              </a:tblGrid>
              <a:tr h="210312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project_id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project_name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client_name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contractor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planned_start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planned_finish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2103120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 Bridge &amp; Road Interchange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 Infrastructure Company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Prime Roads &amp; Bridges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5-Nov-25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20-Mar-27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