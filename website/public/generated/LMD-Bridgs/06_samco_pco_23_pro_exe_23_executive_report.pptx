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PRO-EXE-23 Executive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 Bridge &amp; Road Interchange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 Infrastructure 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Prime Roads &amp; Bridges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