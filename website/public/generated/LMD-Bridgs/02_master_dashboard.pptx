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LMD Bridge &amp; Road Interchange | LMD-Bridge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 Bridge &amp; Road Interchange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LMD-Bridge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Bridges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327,454,000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38.0%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 / EGP 343,174,699 / EGP 294,306,867 / EGP 311,965,280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05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