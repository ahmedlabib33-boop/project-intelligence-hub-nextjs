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30 data-driven control sections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employer free issue steel supply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/ design clarification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RFI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Access constraint and traffic diversion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sleeve coordination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CON-LB-ROAD-1050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Approach road embankment and pavement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30-Nov-26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19-May-26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18-Jun-26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18-Jul-26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24567990.36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18693036.14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51204819.28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24478975.90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75662289.16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51628385.54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32045204.82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7121156.63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24567990.36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18693036.14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51204819.28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24478975.90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75662289.16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51628385.54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32045204.82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7121156.63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19-May-26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18-Jun-26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18-Jul-26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11849000.00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11849000.00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24534400.00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36383400.00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110500000.00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44398900.00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80782300.00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195500000.00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65518000.00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146300300.00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81130800.00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227431100.00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119000000.00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416500000.00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97580000.00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325011100.00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110500000.00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527000000.00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93328300.00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418339400.00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629000000.00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88658400.00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506997800.00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60222500.00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567220300.00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782000000.00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49504000.00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616724300.00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Works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7-Jan-27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Substantial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9-Jun-27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design clarification and IFC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Cashflow pressure due to delayed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 Bridge &amp; Road Interchange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 Infrastructure 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Prime Roads &amp; Bridges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Prime Roads &amp; Bridges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Prime Roads &amp; Bridges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153000000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