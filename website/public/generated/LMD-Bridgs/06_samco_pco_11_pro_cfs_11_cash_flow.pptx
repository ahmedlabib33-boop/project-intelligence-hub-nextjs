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PRO-CFS-11 Cash Flow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LMD Bridge &amp; Road Interchange | 1 data-driven control section | 2026-08-15T05:30:57+00:00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PRO-CFS-11 | Cash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planned_cash_flow: 01-data/import_templates/planned_cash_flow.csv (0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payments: 01-data/import_templates/payments.csv (6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60089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contract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invoice no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invoice date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LB-PH-01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18-Feb-26</a:t>
                      </a:r>
                    </a:p>
                  </a:txBody>
                  <a:tcPr/>
                </a:tc>
              </a:tr>
              <a:tr h="600891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LB-PH-01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20-Mar-26</a:t>
                      </a:r>
                    </a:p>
                  </a:txBody>
                  <a:tcPr/>
                </a:tc>
              </a:tr>
              <a:tr h="600891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LB-PH-01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19-Apr-26</a:t>
                      </a:r>
                    </a:p>
                  </a:txBody>
                  <a:tcPr/>
                </a:tc>
              </a:tr>
              <a:tr h="600891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4.0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LB-PH-01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4.0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19-May-26</a:t>
                      </a:r>
                    </a:p>
                  </a:txBody>
                  <a:tcPr/>
                </a:tc>
              </a:tr>
              <a:tr h="600891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LB-PH-01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18-Jun-26</a:t>
                      </a:r>
                    </a:p>
                  </a:txBody>
                  <a:tcPr/>
                </a:tc>
              </a:tr>
              <a:tr h="600894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LB-PH-01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18-Jul-26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