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PRO-CFS-11 Cash Flow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2026-08-14T03:05:27+00:00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PRO-CFS-11 | Cash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planned_cash_flow: 01-data/import_templates/planned_cash_flow.csv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(6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60089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18-Feb-26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20-Mar-26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19-Apr-26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19-May-26</a:t>
                      </a:r>
                    </a:p>
                  </a:txBody>
                  <a:tcPr/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18-Jun-26</a:t>
                      </a:r>
                    </a:p>
                  </a:txBody>
                  <a:tcPr/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LB-PH-01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18-Jul-26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