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PRO-ML-26 ML Project Controls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2026-08-15T05:30:57+00:00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PRO-ML-26 | ML Project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