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PRO-RSK-19 Risk Report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1 data-driven control section | 2026-08-15T05:31:00+00:00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PRO-RSK-19 | Risk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time_impact_days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 delivery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Deploting MEP sub contractor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