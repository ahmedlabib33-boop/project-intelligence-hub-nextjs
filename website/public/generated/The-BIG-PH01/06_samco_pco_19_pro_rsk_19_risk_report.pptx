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PRO-RSK-19 Risk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Deploting MEP sub contractor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