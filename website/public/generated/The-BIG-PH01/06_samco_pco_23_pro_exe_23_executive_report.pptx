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PRO-EXE-23 Executive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ROYA-BIG PROJECT PHASE01 (B1-4)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