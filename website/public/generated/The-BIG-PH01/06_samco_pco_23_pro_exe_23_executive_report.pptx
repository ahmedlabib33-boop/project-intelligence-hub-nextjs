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PRO-EXE-23 Executive Report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2026-08-15T05:31:00+00:00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PRO-EXE-23 | Executive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projects: 01-data/import_templates/projects.csv (1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01-data/import_templates/project_input_bundle.csv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21031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client_name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ROYA-BIG PROJECT PHASE01 (B1-4)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ROYA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SAMCO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10-Apr-27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