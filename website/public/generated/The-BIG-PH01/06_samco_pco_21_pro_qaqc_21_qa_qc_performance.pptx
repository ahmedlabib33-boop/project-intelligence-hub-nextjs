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PRO-QAQC-21 QA/QC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