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PRO-MIL-18 Milestone Status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ROYA-BIG PROJECT PHASE01 (B1-4) | 1 data-driven control section | 2026-08-15T05:31:00+00:00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PRO-MIL-18 | Milestone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milestones: 01-data/import_templates/milestones.csv (4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84124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milestone_id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forecast_date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actual_date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KD`-MS-1000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Ground Works Finish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10-Sep-26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