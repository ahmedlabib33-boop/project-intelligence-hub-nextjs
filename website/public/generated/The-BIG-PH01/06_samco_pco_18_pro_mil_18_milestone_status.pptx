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PRO-MIL-18 Milestone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(4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8412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KD`-MS-1000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