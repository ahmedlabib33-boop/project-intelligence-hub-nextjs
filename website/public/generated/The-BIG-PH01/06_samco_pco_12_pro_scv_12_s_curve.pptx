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PRO-SCV-12 S-Curve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PRO-SCV-12 | S-Curve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s_curve: 01-data/import_templates/s_curve.csv (18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3974600.57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3974600.57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8347296.45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8347296.45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8089030.9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12063631.47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61405155.86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69752452.31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8521118.53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20584750.0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67496644.02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137249096.3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34796118.93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55380868.93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33633991.22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170883087.6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20205303.35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75586172.28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38111113.51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208994201.1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14348185.06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89934357.34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29721101.71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238715302.8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17873350.85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107807708.2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20259735.78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258975038.6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5277326.61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113085034.8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13490432.04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272465470.6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14762397.2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287227867.8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1-Aug-26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9924530.76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297152398.6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12399329.58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309551728.1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