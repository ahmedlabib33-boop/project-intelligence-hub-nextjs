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PRO-PRC-13 Procurement Status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2026-08-15T05:31:00+00:00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PRO-PRC-13 | Procurement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RFT Rebar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UP-24-MAY-26.EN.2.S.P02.B02.SUB.1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E-SUB-B02-REP-1000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UP-24-MAY-26.EN.2.S.P01.B04.SUB.2ndB.1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E-SUB-B04-WT-1000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Soil Replacement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