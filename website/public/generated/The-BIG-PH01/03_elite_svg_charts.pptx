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AFF"/>
                </a:solidFill>
              </a:defRPr>
            </a:pPr>
            <a:r>
              <a:t>Elite SVG Charts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9D7D2"/>
                </a:solidFill>
              </a:defRPr>
            </a:pPr>
            <a:r>
              <a:t>ROYA-BIG PROJECT PHASE01 (B1-4) | The Big -P.01-UP-20-April-26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ROYA-BIG PROJECT PHASE01 (B1-4)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 ID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The Big -P.01-UP-20-April-26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SECTOR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Buildings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STATUS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Active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CONTRACT VALUE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367,286,025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PAID AMOUNT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110,288,532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ACTUAL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30.7%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PLANNED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65.3%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BAC / PV / EV / AC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367,286,025 / EGP 252,796,791 / EGP 113,085,035 / EGP 113,085,035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SPI / CPI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0.45 / 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C3D6"/>
                </a:solidFill>
              </a:defRPr>
            </a:pPr>
            <a:r>
              <a:t>Generated 09 Aug 2026 | Source-controlled selected-project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