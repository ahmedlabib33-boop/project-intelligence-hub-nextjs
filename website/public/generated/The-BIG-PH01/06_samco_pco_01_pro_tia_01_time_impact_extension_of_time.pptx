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PRO-TIA-01 Time Impact &amp; Extension of Time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(1363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Baseline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10-Apr-27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Ground Works Finish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11-May-26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Equipment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UP-24-MAY-26.KD.MO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28-Sep-25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E-DR-1000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Design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09-Nov-25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E-SUB-B01-REP-1000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General Replacement Plan &amp; Typical Sections for Replacement /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PC Raft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01-Oct-25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22-Oct-25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E-SUB-B01-FOOT-1010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Submittal for RC Raft &amp; Footings Conc. Dim. DWGs (B01) (footing)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 P.01 - UP-24-MAY-26.EN.2.S.P02.B01.SUB.F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05-Oct-25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26-Oct-25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