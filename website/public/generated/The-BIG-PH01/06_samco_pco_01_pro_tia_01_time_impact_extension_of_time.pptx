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PRO-TIA-01 Time Impact &amp; Extension of Time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ROYA-BIG PROJECT PHASE01 (B1-4) | 1 data-driven control section | 2026-08-15T05:31:00+00:00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PRO-TIA-01 | Time Impact &amp; Extension of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delay_classification: 02-delay_analysis/unified_tia_csv/12_delay_event_classification.csv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tia_recovery: 02-delay_analysis/unified_tia_csv/13_tia_recovery_scenario.csv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p6: 02-delay_analysis/unified_tia_csv/04- p6_activity_export.csv (1363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Baseline 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Baseline 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Finish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10-Apr-27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Ground Works Finish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11-May-26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Equipment 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Preparation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E-DR-1000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Design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09-Nov-25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UP-24-MAY-26.EN.2.S.P02.B01.SUB.1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E-SUB-B01-FOOT-1000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PC Raft Conc. Dim. DWGs (B01) (footing)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UP-24-MAY-26.EN.2.S.P02.B01.SUB.F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01-Oct-25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22-Oct-25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E-SUB-B01-FOOT-1010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RC Raft &amp; Footings Conc. Dim. DWGs (B01) (footing)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UP-24-MAY-26.EN.2.S.P02.B01.SUB.F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26-Oct-25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