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PRO-IPC-06 Interim Payment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ROYA-BIG PROJECT PHASE01 (B1-4) | 1 data-driven control section | 2026-08-15T05:31:00+00:00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PRO-IPC-06 | Interim Payment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payments: 01-data/import_templates/payments.csv (8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4673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invoice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6-Dec-25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29-Dec-25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25-Feb-26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25-Mar-26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26-Apr-26</a:t>
                      </a: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46736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The Big -P.01-UP-20-April-26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