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PRO-IPC-06 Interim Payment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2026-08-14T03:05:31+00:00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PRO-IPC-06 | Interim Payment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payments: 02-delay_analysis/unified_tia_csv/08- payments.csv (8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4673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no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6-Dec-25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29-Dec-25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25-Feb-26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26-Apr-26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