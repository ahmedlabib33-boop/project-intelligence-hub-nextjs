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PRO-PROD-22 Productivity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2026-08-14T03:05:31+00:00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PRO-PROD-22 |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01-data/import_templates/activity_master.csv (1363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progress: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UP-24-MAY-26.EN.2.S.P02.B02.SUB.1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UP-24-MAY-26.EN.2.S.P01.B04.SUB.2ndB.1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E-SUB-B04-WT-1000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