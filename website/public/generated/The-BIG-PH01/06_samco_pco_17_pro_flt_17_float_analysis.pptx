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PRO-FLT-17 Float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2026-08-14T03:05:31+00:00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PRO-FLT-17 | Float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01-data/import_templates/activity_master.csv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Baseline 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Baseline 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Finish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10-Apr-27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Ground Works Finish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11-May-26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E-SUB-B01-FOOT-1000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E-SUB-B01-FOOT-1010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RC Raft &amp; Footings Conc. Dim. DWGs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