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PRO-FLT-17 Float Analysis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PRO-FLT-17 | Float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10-Apr-27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Works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11-May-26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RC Raft &amp; Footings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