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PRO-EVM-10 Earned Value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2026-08-14T03:05:31+00:00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PRO-EVM-10 | Earned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01-data/import_templates/activity_master.csv (1363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period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RFT Rebar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E-SUB-B02-REP-1000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Soil Replacement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