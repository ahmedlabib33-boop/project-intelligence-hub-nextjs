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PRO-IFC-30 Interface Management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ROYA-BIG PROJECT PHASE01 (B1-4) | 1 data-driven control section | 2026-08-14T03:05:31+00:00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PRO-IFC-30 | Interface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ifc: 02-delay_analysis/unified_tia_csv/07- ifc_conflict.csv (16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 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Original Duration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Start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Finish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E-SUB-B01-BAS02-1030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  &amp; RFT DWGs (B01)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E-SUB-B01-BAS02-1040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  &amp; RFT DWGs (B01)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30-Nov-25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E-SUB-B01-BAS01-1030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  &amp; RFT DWGs (B01)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E-SUB-B01-BAS01-1040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  &amp; RFT DWGs (B01)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E-SUB-B02-BAS02-1020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Dim.&amp; RFT DWGs (B02)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11-Nov-25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E-SUB-B02-BAS02-1030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Dim.&amp; RFT DWGs (B02)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26-Oct-25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22-Feb-26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E-SUB-B02-BAS01-1020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  &amp; RFT DWGs (B02)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23-Nov-25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E-SUB-B02-BAS01-1030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  &amp; RFT DWGs (B02)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5-Nov-25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31-Mar-26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E-SUB-B03-BAS02-1030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  &amp; RFT DWGs (B03)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01-Mr-26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E-SUB-B03-BAS02-1020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  &amp; RFT DWGs (B03) (Bas 02)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01-Mr-26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10-Mar-26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E-SUB-B03-BAS01-1020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Beams Conc. Dim.  &amp; RFT DWGs (B03)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01-Mr-26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10-Mar-26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The Big -P.01-UP-20-April-26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                E-SUB-B03-BAS01-1030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Submittal for Slabs Conc. Dim.  &amp; RFT DWGs (B03) (Bas 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02-Mr-26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12-Mar-26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