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F3558"/>
                </a:solidFill>
              </a:defRPr>
            </a:pPr>
            <a:r>
              <a:t>Delay Analysis - Time Impact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/>
            </a:pPr>
            <a:r>
              <a:t>ROYA-BIG PROJECT PHASE01 (B1-4)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463040"/>
            <a:ext cx="109728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Not calculated - individual indicative movements must not be summed without validated overlap, concurrency, and entitlement analysis.</a:t>
            </a:r>
          </a:p>
          <a:p>
            <a:pPr>
              <a:defRPr sz="1200"/>
            </a:pPr>
            <a:r>
              <a:t>EV01-B01: indicative_ready; movement=8.0; </a:t>
            </a:r>
          </a:p>
          <a:p>
            <a:pPr>
              <a:defRPr sz="1200"/>
            </a:pPr>
            <a:r>
              <a:t>EV01-B02: indicative_ready; movement=117.0; </a:t>
            </a:r>
          </a:p>
          <a:p>
            <a:pPr>
              <a:defRPr sz="1200"/>
            </a:pPr>
            <a:r>
              <a:t>EV02-IFC: indicative_ready; movement=76.0; </a:t>
            </a:r>
          </a:p>
          <a:p>
            <a:pPr>
              <a:defRPr sz="1200"/>
            </a:pPr>
            <a:r>
              <a:t>EV03-MEP: blocked; movement=N/A; Before/after XER internal P6 data dates are not a validated same-date comparison.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