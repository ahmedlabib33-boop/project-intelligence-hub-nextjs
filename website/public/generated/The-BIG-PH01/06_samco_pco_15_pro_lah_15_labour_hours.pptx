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PRO-LAH-15 Labour Hours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2026-08-14T03:05:31+00:00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PRO-LAH-15 | Labour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01-data/import_templates/activity_master.csv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RFT Rebar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UP-24-MAY-26.EN.2.S.P02.B02.SUB.1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E-SUB-B02-REP-1000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UP-24-MAY-26.EN.2.S.P01.B04.SUB.2ndB.1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E-SUB-B04-WT-1000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Soil Replacement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