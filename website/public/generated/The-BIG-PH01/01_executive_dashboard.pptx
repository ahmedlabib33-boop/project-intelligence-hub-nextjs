
<file path=[Content_Types].xml><?xml version="1.0" encoding="utf-8"?>
<Types xmlns="http://schemas.openxmlformats.org/package/2006/content-types">
  <Default Extension="bin" ContentType="application/vnd.openxmlformats-officedocument.presentationml.printerSettings"/>
  <Default Extension="jpeg" ContentType="image/jpe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7"/>
  </p:sldIdLst>
  <p:sldSz cx="12191695" cy="6858000" type="screen4x3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94660"/>
  </p:normalViewPr>
  <p:slideViewPr>
    <p:cSldViewPr snapToGrid="0" snapToObjects="1">
      <p:cViewPr varScale="1">
        <p:scale>
          <a:sx n="124" d="100"/>
          <a:sy n="124" d="100"/>
        </p:scale>
        <p:origin x="-1512" y="-112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printerSettings" Target="printerSettings/printerSettings1.bin"/><Relationship Id="rId3" Type="http://schemas.openxmlformats.org/officeDocument/2006/relationships/presProps" Target="presProps.xml"/><Relationship Id="rId4" Type="http://schemas.openxmlformats.org/officeDocument/2006/relationships/viewProps" Target="viewProps.xml"/><Relationship Id="rId5" Type="http://schemas.openxmlformats.org/officeDocument/2006/relationships/theme" Target="theme/theme1.xml"/><Relationship Id="rId6" Type="http://schemas.openxmlformats.org/officeDocument/2006/relationships/tableStyles" Target="tableStyles.xml"/><Relationship Id="rId7" Type="http://schemas.openxmlformats.org/officeDocument/2006/relationships/slide" Target="slides/slide1.xml"/></Relationship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082542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02920" y="365760"/>
            <a:ext cx="11155680" cy="68580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3000" b="1">
                <a:solidFill>
                  <a:srgbClr val="F4FAFF"/>
                </a:solidFill>
              </a:defRPr>
            </a:pPr>
            <a:r>
              <a:t>Executive Dashboard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530352" y="1024128"/>
            <a:ext cx="10972800" cy="36576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1400">
                <a:solidFill>
                  <a:srgbClr val="39D7D2"/>
                </a:solidFill>
              </a:defRPr>
            </a:pPr>
            <a:r>
              <a:t>ROYA-BIG PROJECT PHASE01 (B1-4) | The Big -P.01-UP-20-April-26</a:t>
            </a:r>
          </a:p>
        </p:txBody>
      </p:sp>
      <p:sp>
        <p:nvSpPr>
          <p:cNvPr id="4" name="Rounded Rectangle 3"/>
          <p:cNvSpPr/>
          <p:nvPr/>
        </p:nvSpPr>
        <p:spPr>
          <a:xfrm>
            <a:off x="548640" y="1600200"/>
            <a:ext cx="5303520" cy="749808"/>
          </a:xfrm>
          <a:prstGeom prst="roundRect">
            <a:avLst/>
          </a:prstGeom>
          <a:solidFill>
            <a:srgbClr val="0D3D63"/>
          </a:solidFill>
          <a:ln>
            <a:solidFill>
              <a:srgbClr val="39D7D2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defRPr sz="800" b="1">
                <a:solidFill>
                  <a:srgbClr val="39D7D2"/>
                </a:solidFill>
              </a:defRPr>
            </a:pPr>
            <a:r>
              <a:t>PROJECT</a:t>
            </a:r>
          </a:p>
          <a:p>
            <a:pPr>
              <a:defRPr sz="1300" b="1">
                <a:solidFill>
                  <a:srgbClr val="F4FAFF"/>
                </a:solidFill>
              </a:defRPr>
            </a:pPr>
            <a:r>
              <a:t>ROYA-BIG PROJECT PHASE01 (B1-4)</a:t>
            </a:r>
          </a:p>
        </p:txBody>
      </p:sp>
      <p:sp>
        <p:nvSpPr>
          <p:cNvPr id="5" name="Rounded Rectangle 4"/>
          <p:cNvSpPr/>
          <p:nvPr/>
        </p:nvSpPr>
        <p:spPr>
          <a:xfrm>
            <a:off x="6263640" y="1600200"/>
            <a:ext cx="5303520" cy="749808"/>
          </a:xfrm>
          <a:prstGeom prst="roundRect">
            <a:avLst/>
          </a:prstGeom>
          <a:solidFill>
            <a:srgbClr val="0D3D63"/>
          </a:solidFill>
          <a:ln>
            <a:solidFill>
              <a:srgbClr val="39D7D2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defRPr sz="800" b="1">
                <a:solidFill>
                  <a:srgbClr val="39D7D2"/>
                </a:solidFill>
              </a:defRPr>
            </a:pPr>
            <a:r>
              <a:t>PROJECT ID</a:t>
            </a:r>
          </a:p>
          <a:p>
            <a:pPr>
              <a:defRPr sz="1300" b="1">
                <a:solidFill>
                  <a:srgbClr val="F4FAFF"/>
                </a:solidFill>
              </a:defRPr>
            </a:pPr>
            <a:r>
              <a:t>The Big -P.01-UP-20-April-26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548640" y="2532888"/>
            <a:ext cx="5303520" cy="749808"/>
          </a:xfrm>
          <a:prstGeom prst="roundRect">
            <a:avLst/>
          </a:prstGeom>
          <a:solidFill>
            <a:srgbClr val="0D3D63"/>
          </a:solidFill>
          <a:ln>
            <a:solidFill>
              <a:srgbClr val="39D7D2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defRPr sz="800" b="1">
                <a:solidFill>
                  <a:srgbClr val="39D7D2"/>
                </a:solidFill>
              </a:defRPr>
            </a:pPr>
            <a:r>
              <a:t>SECTOR</a:t>
            </a:r>
          </a:p>
          <a:p>
            <a:pPr>
              <a:defRPr sz="1300" b="1">
                <a:solidFill>
                  <a:srgbClr val="F4FAFF"/>
                </a:solidFill>
              </a:defRPr>
            </a:pPr>
            <a:r>
              <a:t>Buildings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6263640" y="2532888"/>
            <a:ext cx="5303520" cy="749808"/>
          </a:xfrm>
          <a:prstGeom prst="roundRect">
            <a:avLst/>
          </a:prstGeom>
          <a:solidFill>
            <a:srgbClr val="0D3D63"/>
          </a:solidFill>
          <a:ln>
            <a:solidFill>
              <a:srgbClr val="39D7D2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defRPr sz="800" b="1">
                <a:solidFill>
                  <a:srgbClr val="39D7D2"/>
                </a:solidFill>
              </a:defRPr>
            </a:pPr>
            <a:r>
              <a:t>STATUS</a:t>
            </a:r>
          </a:p>
          <a:p>
            <a:pPr>
              <a:defRPr sz="1300" b="1">
                <a:solidFill>
                  <a:srgbClr val="F4FAFF"/>
                </a:solidFill>
              </a:defRPr>
            </a:pPr>
            <a:r>
              <a:t>Active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548640" y="3465576"/>
            <a:ext cx="5303520" cy="749808"/>
          </a:xfrm>
          <a:prstGeom prst="roundRect">
            <a:avLst/>
          </a:prstGeom>
          <a:solidFill>
            <a:srgbClr val="0D3D63"/>
          </a:solidFill>
          <a:ln>
            <a:solidFill>
              <a:srgbClr val="39D7D2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defRPr sz="800" b="1">
                <a:solidFill>
                  <a:srgbClr val="39D7D2"/>
                </a:solidFill>
              </a:defRPr>
            </a:pPr>
            <a:r>
              <a:t>CONTRACT VALUE</a:t>
            </a:r>
          </a:p>
          <a:p>
            <a:pPr>
              <a:defRPr sz="1300" b="1">
                <a:solidFill>
                  <a:srgbClr val="F4FAFF"/>
                </a:solidFill>
              </a:defRPr>
            </a:pPr>
            <a:r>
              <a:t>N/A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6263640" y="3465576"/>
            <a:ext cx="5303520" cy="749808"/>
          </a:xfrm>
          <a:prstGeom prst="roundRect">
            <a:avLst/>
          </a:prstGeom>
          <a:solidFill>
            <a:srgbClr val="0D3D63"/>
          </a:solidFill>
          <a:ln>
            <a:solidFill>
              <a:srgbClr val="39D7D2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defRPr sz="800" b="1">
                <a:solidFill>
                  <a:srgbClr val="39D7D2"/>
                </a:solidFill>
              </a:defRPr>
            </a:pPr>
            <a:r>
              <a:t>PAID AMOUNT</a:t>
            </a:r>
          </a:p>
          <a:p>
            <a:pPr>
              <a:defRPr sz="1300" b="1">
                <a:solidFill>
                  <a:srgbClr val="F4FAFF"/>
                </a:solidFill>
              </a:defRPr>
            </a:pPr>
            <a:r>
              <a:t>N/A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548640" y="4398264"/>
            <a:ext cx="5303520" cy="749808"/>
          </a:xfrm>
          <a:prstGeom prst="roundRect">
            <a:avLst/>
          </a:prstGeom>
          <a:solidFill>
            <a:srgbClr val="0D3D63"/>
          </a:solidFill>
          <a:ln>
            <a:solidFill>
              <a:srgbClr val="39D7D2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defRPr sz="800" b="1">
                <a:solidFill>
                  <a:srgbClr val="39D7D2"/>
                </a:solidFill>
              </a:defRPr>
            </a:pPr>
            <a:r>
              <a:t>ACTUAL PROGRESS</a:t>
            </a:r>
          </a:p>
          <a:p>
            <a:pPr>
              <a:defRPr sz="1300" b="1">
                <a:solidFill>
                  <a:srgbClr val="F4FAFF"/>
                </a:solidFill>
              </a:defRPr>
            </a:pPr>
            <a:r>
              <a:t>N/A</a:t>
            </a:r>
          </a:p>
        </p:txBody>
      </p:sp>
      <p:sp>
        <p:nvSpPr>
          <p:cNvPr id="11" name="Rounded Rectangle 10"/>
          <p:cNvSpPr/>
          <p:nvPr/>
        </p:nvSpPr>
        <p:spPr>
          <a:xfrm>
            <a:off x="6263640" y="4398264"/>
            <a:ext cx="5303520" cy="749808"/>
          </a:xfrm>
          <a:prstGeom prst="roundRect">
            <a:avLst/>
          </a:prstGeom>
          <a:solidFill>
            <a:srgbClr val="0D3D63"/>
          </a:solidFill>
          <a:ln>
            <a:solidFill>
              <a:srgbClr val="39D7D2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defRPr sz="800" b="1">
                <a:solidFill>
                  <a:srgbClr val="39D7D2"/>
                </a:solidFill>
              </a:defRPr>
            </a:pPr>
            <a:r>
              <a:t>PLANNED PROGRESS</a:t>
            </a:r>
          </a:p>
          <a:p>
            <a:pPr>
              <a:defRPr sz="1300" b="1">
                <a:solidFill>
                  <a:srgbClr val="F4FAFF"/>
                </a:solidFill>
              </a:defRPr>
            </a:pPr>
            <a:r>
              <a:t>N/A</a:t>
            </a:r>
          </a:p>
        </p:txBody>
      </p:sp>
      <p:sp>
        <p:nvSpPr>
          <p:cNvPr id="12" name="Rounded Rectangle 11"/>
          <p:cNvSpPr/>
          <p:nvPr/>
        </p:nvSpPr>
        <p:spPr>
          <a:xfrm>
            <a:off x="548640" y="5330952"/>
            <a:ext cx="5303520" cy="749808"/>
          </a:xfrm>
          <a:prstGeom prst="roundRect">
            <a:avLst/>
          </a:prstGeom>
          <a:solidFill>
            <a:srgbClr val="0D3D63"/>
          </a:solidFill>
          <a:ln>
            <a:solidFill>
              <a:srgbClr val="39D7D2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defRPr sz="800" b="1">
                <a:solidFill>
                  <a:srgbClr val="39D7D2"/>
                </a:solidFill>
              </a:defRPr>
            </a:pPr>
            <a:r>
              <a:t>BAC / PV / EV / AC</a:t>
            </a:r>
          </a:p>
          <a:p>
            <a:pPr>
              <a:defRPr sz="1300" b="1">
                <a:solidFill>
                  <a:srgbClr val="F4FAFF"/>
                </a:solidFill>
              </a:defRPr>
            </a:pPr>
            <a:r>
              <a:t>N/A / N/A / N/A / N/A</a:t>
            </a:r>
          </a:p>
        </p:txBody>
      </p:sp>
      <p:sp>
        <p:nvSpPr>
          <p:cNvPr id="13" name="Rounded Rectangle 12"/>
          <p:cNvSpPr/>
          <p:nvPr/>
        </p:nvSpPr>
        <p:spPr>
          <a:xfrm>
            <a:off x="6263640" y="5330952"/>
            <a:ext cx="5303520" cy="749808"/>
          </a:xfrm>
          <a:prstGeom prst="roundRect">
            <a:avLst/>
          </a:prstGeom>
          <a:solidFill>
            <a:srgbClr val="0D3D63"/>
          </a:solidFill>
          <a:ln>
            <a:solidFill>
              <a:srgbClr val="39D7D2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defRPr sz="800" b="1">
                <a:solidFill>
                  <a:srgbClr val="39D7D2"/>
                </a:solidFill>
              </a:defRPr>
            </a:pPr>
            <a:r>
              <a:t>SPI / CPI</a:t>
            </a:r>
          </a:p>
          <a:p>
            <a:pPr>
              <a:defRPr sz="1300" b="1">
                <a:solidFill>
                  <a:srgbClr val="F4FAFF"/>
                </a:solidFill>
              </a:defRPr>
            </a:pPr>
            <a:r>
              <a:t>N/A / N/A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548640" y="6446520"/>
            <a:ext cx="10972800" cy="22860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800">
                <a:solidFill>
                  <a:srgbClr val="A7C3D6"/>
                </a:solidFill>
              </a:defRPr>
            </a:pPr>
            <a:r>
              <a:t>Generated 15 Aug 2026 | Source-controlled selected-project output</a:t>
            </a:r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1</TotalTime>
  <Words>0</Words>
  <Application>Microsoft Macintosh PowerPoint</Application>
  <PresentationFormat>On-screen Show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Theme</vt:lpstr>
      </vt:variant>
      <vt:variant>
        <vt:i4>1</vt:i4>
      </vt:variant>
      <vt:variant>
        <vt:lpstr>Slide Titles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subject/>
  <dc:creator/>
  <cp:keywords/>
  <dc:description>generated using python-pptx</dc:description>
  <cp:lastModifiedBy>Steve Canny</cp:lastModifiedBy>
  <cp:revision>1</cp:revision>
  <dcterms:created xsi:type="dcterms:W3CDTF">2013-01-27T09:14:16Z</dcterms:created>
  <dcterms:modified xsi:type="dcterms:W3CDTF">2013-01-27T09:15:58Z</dcterms:modified>
  <cp:category/>
</cp:coreProperties>
</file>