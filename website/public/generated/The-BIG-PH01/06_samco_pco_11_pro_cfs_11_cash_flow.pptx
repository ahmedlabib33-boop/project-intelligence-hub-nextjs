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PRO-CFS-11 Cash Flow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(18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(8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planned_cumulative_cash_out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currency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61405155.86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69752452.31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67496644.02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137249096.3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33633991.22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170883087.6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38111113.51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208994201.1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29721101.71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238715302.8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20259735.78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258975038.6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13490432.04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272465470.6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14762397.2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287227867.8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9924530.76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297152398.6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12399329.58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309551728.1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