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PRO-DLY-02 Delay Analysis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ROYA-BIG PROJECT PHASE01 (B1-4) | 1 data-driven control section | 2026-08-14T03:05:31+00:00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PRO-DLY-02 | Delay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delay_events: 01-data/import_templates/delay_events.csv (25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delay_classification: 02-delay_analysis/unified_tia_csv/12_delay_event_classification.csv (0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Primary Event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BL 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BL 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Delay in steel supply by 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CON-B02-FOOT-1070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Columns &amp; Walls Below SOG (B02) (footing)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Delay in steel supply by 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CON-B01-FOOT-1050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RC Raft &amp; Footings (B01) (footing)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Delay in steel supply by 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CON-B04-WT-1110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Walls (B04) (Water Tank)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Delay in steel supply by 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CON-B04-FOOT-1050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RC Raft &amp; Footings (B04) (footing)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Delay in steel supply by 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CON-B04-FOOT-1070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Columns &amp; Walls Below SOG (B04) (footing)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E-SUB-B01-BAS02-1030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Beams Conc. Dim.  &amp; RFT DWGs (B01) (Bas 02)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E-SUB-B01-BAS02-1040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Slabs Conc. Dim.  &amp; RFT DWGs (B01) (Bas 02)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E-SUB-B01-BAS01-1030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Beams Conc. Dim.  &amp; RFT DWGs (B01) (Bas 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E-SUB-B01-BAS01-1040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Slabs Conc. Dim.  &amp; RFT DWGs (B01) (Bas 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E-SUB-B02-BAS02-1020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Beams Conc. Dim.&amp; RFT DWGs (B02) (Bas 02)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E-SUB-B02-BAS02-1030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Slabs Conc. Dim.&amp; RFT DWGs (B02) (Bas 02)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E-SUB-B02-BAS01-1020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Beams Conc. Dim.  &amp; RFT DWGs (B02) (Bas 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23-Nov-25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