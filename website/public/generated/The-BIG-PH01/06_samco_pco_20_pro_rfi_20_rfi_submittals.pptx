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PRO-RFI-20 RFI &amp; Submittals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PRO-RFI-20 | RFI &amp; Submittals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rfi: 02-delay_analysis/unified_tia_csv/09- rfi_status.csv (4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8412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RFI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Submittion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Reply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BD-CW-SAMCO-PCO-RFI-MECH-001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CON-B04-WT-1070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RC Raft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29-Mar-26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BD-CW-SAMCO-PCO-RFI-MECH-002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CON-B04-WT-1110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Walls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18-Mar-26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BD-CW-SAMCO-PCO-RFI-MECH-003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CON-B01-FOOT-1050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RC Raft &amp; Footings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7-Apr-26</a:t>
                      </a:r>
                    </a:p>
                  </a:txBody>
                  <a:tcPr/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BD-CW-SAMCO-PCO-RFI-MECH-004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CON-B04-WT-1110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Walls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