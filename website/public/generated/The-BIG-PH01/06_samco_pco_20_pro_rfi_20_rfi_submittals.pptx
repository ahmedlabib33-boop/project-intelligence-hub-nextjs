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PRO-RFI-20 RFI &amp; Submittals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(4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8412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RFI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Submittion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Reply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29-Mar-26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Walls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18-Mar-26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CON-B01-FOOT-1050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&amp; Footings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7-Apr-26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Walls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