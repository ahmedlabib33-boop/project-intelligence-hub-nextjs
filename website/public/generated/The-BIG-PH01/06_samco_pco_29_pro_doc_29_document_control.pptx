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PRO-DOC-29 Document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2026-08-14T03:05:31+00:00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PRO-DOC-29 | Document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No mapped source: 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