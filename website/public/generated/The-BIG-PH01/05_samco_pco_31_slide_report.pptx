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Project Controls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30 data-driven control sections | 2026-08-15T05:31:00+00:00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PRO-TIA-01 | Time Impact &amp; Extension of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10-Apr-27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Ground Works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11-May-26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RC Raft &amp; Footings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PRO-DLY-02 | Delay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delay_events: 01-data/import_templates/delay_events.csv (25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Primary Event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steel supply by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CON-B02-FOOT-1070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Columns &amp; Walls Below SOG (B02)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steel supply by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CON-B01-FOOT-1050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RC Raft &amp; Footings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steel supply by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CON-B04-WT-1110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Walls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steel supply by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CON-B04-FOOT-1050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RC Raft &amp; Footings (B04)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steel supply by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CON-B04-FOOT-1070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Columns &amp; Walls Below SOG (B04)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E-SUB-B01-BAS02-1030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(B01)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E-SUB-B01-BAS02-1040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(B01)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E-SUB-B01-BAS01-1030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(B01)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(B01)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E-SUB-B02-BAS02-1020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Dim.&amp; RFT DWGs (B02)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E-SUB-B02-BAS02-1030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Dim.&amp; RFT DWGs (B02)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E-SUB-B02-BAS01-1020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(B02)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PRO-PRG-03 | Project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PRO-REC-04 | Recovery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PRO-VAR-05 | Variation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(1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PRO-IPC-06 | Interim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(8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4673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6-Dec-25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29-Dec-25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25-Feb-26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26-Apr-26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PRO-RES-07 | Resource &amp; Manpower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PRO-EQP-08 | Equipment &amp; Plant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PRO-CST-09 | Cost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PRO-EVM-10 | Earned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PRO-CFS-11 |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planned_cash_flow: 01-data/import_templates/planned_cash_flow.csv (18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(8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planned_cash_out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planned_cumulative_cash_out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currency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basis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8347296.45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8347296.45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61405155.86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69752452.31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67496644.02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137249096.3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33633991.22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170883087.6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38111113.51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208994201.1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29721101.71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238715302.8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20259735.78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258975038.6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13490432.04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272465470.6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14762397.2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287227867.8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1-Aug-26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9924530.76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297152398.6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12399329.58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309551728.1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PRO-SCV-12 | S-Curve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s_curve: 01-data/import_templates/s_curve.csv (18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cumm_monthly_planned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cumm_monthly_actual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3974600.57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3974600.57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8347296.45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8347296.45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8089030.9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12063631.47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61405155.86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69752452.31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8521118.53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20584750.0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67496644.02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137249096.3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34796118.93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55380868.93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33633991.22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170883087.6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20205303.35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75586172.28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38111113.51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208994201.1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14348185.06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89934357.34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29721101.71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238715302.8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17873350.85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107807708.2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20259735.78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258975038.6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5277326.61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113085034.8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13490432.04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272465470.6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1-Jul-26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14762397.2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287227867.8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1-Aug-26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9924530.76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297152398.6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12399329.58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309551728.1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PRO-PRC-13 | Procurement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PRO-MAT-14 | Material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PRO-LAH-15 | Labour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PRO-CPM-16 |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10-Apr-27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Ground Works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11-May-26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RC Raft &amp; Footings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PRO-FLT-17 | Float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10-Apr-27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Ground Works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11-May-26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RC Raft &amp; Footings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PRO-MIL-18 | Milestone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milestones: 01-data/import_templates/milestones.csv (4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84124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milestone_id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forecast_date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actual_date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KD`-MS-1000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Ground Works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10-Sep-26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PRO-RSK-19 | Risk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time_impact_days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 delivery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Deploting MEP sub contractor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PRO-RFI-20 | RFI &amp; Submittals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rfi: 02-delay_analysis/unified_tia_csv/09- rfi_status.csv (4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84124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RFI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Submittion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Reply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BD-CW-SAMCO-PCO-RFI-MECH-001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CON-B04-WT-1070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RC Raft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29-Mar-26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BD-CW-SAMCO-PCO-RFI-MECH-002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CON-B04-WT-1110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Walls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18-Mar-26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BD-CW-SAMCO-PCO-RFI-MECH-003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CON-B01-FOOT-1050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RC Raft &amp; Footings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7-Apr-26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BD-CW-SAMCO-PCO-RFI-MECH-004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CON-B04-WT-1110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Walls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PRO-QAQC-21 | QA/QC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PRO-PROD-22 |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PRO-EXE-23 | Executive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projects: 01-data/import_templates/projects.csv (1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client_name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ROYA-BIG PROJECT PHASE01 (B1-4)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ROYA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SAMCO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10-Apr-27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PRO-BLC-24 | Baseline vs Current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10-Apr-27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Ground Works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11-May-26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RC Raft &amp; Footings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PRO-FCF-25 | Forecast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PRO-ML-26 | ML Project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(1363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RFT Rebar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UP-24-MAY-26.EN.2.S.P02.B02.SUB.1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E-SUB-B02-REP-1000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UP-24-MAY-26.EN.2.S.P01.B04.SUB.2ndB.1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E-SUB-B04-WT-1000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(B04) (Water Tank)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UP-24-MAY-26.P.MS.SS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Soil Replacement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PRO-CAD-27 | Contract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contracts: 01-data/import_templates/contracts.csv (2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(1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original_value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SAMCO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Unite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367286025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SAMCO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Unite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900000000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PRO-CHG-28 | Change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(1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PRO-DOC-29 | Document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PRO-IFC-30 | Interface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ifc: 02-delay_analysis/unified_tia_csv/07- ifc_conflict.csv (16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Original Duration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E-SUB-B01-BAS02-1030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(B01)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E-SUB-B01-BAS02-1040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(B01)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E-SUB-B01-BAS01-1030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(B01)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E-SUB-B01-BAS01-1040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(B01)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E-SUB-B02-BAS02-1020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Dim.&amp; RFT DWGs (B02)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E-SUB-B02-BAS02-1030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Dim.&amp; RFT DWGs (B02)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E-SUB-B02-BAS01-1020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(B02)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E-SUB-B02-BAS01-1030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(B02)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E-SUB-B03-BAS02-1030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(B03)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01-Mr-26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E-SUB-B03-BAS02-1020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(B03) (Bas 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01-Mr-26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E-SUB-B03-BAS01-1020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Beams Conc. Dim.  &amp; RFT DWGs (B03)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01-Mr-26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                E-SUB-B03-BAS01-1030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Slabs Conc. Dim.  &amp; RFT DWGs (B03) (Bas 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02-Mr-26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