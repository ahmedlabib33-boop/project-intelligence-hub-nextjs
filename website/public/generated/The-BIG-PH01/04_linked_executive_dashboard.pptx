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Linked 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110,288,532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30.7%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65.3%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 / EGP 252,796,791 / EGP 113,085,035 / EGP 113,085,035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0.45 /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21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