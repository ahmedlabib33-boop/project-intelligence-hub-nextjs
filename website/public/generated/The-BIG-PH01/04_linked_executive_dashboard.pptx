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254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1556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4FAFF"/>
                </a:solidFill>
              </a:defRPr>
            </a:pPr>
            <a:r>
              <a:t>Linked Executive Dashboard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1024128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39D7D2"/>
                </a:solidFill>
              </a:defRPr>
            </a:pPr>
            <a:r>
              <a:t>ROYA-BIG PROJECT PHASE01 (B1-4) | The Big -P.01-UP-20-April-26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00200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PROJECT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ROYA-BIG PROJECT PHASE01 (B1-4)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63640" y="1600200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PROJECT ID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The Big -P.01-UP-20-April-26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532888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SECTOR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Buildings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2532888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STATUS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Active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465576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CONTRACT VALUE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N/A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3465576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PAID AMOUNT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N/A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4398264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ACTUAL PROGRESS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N/A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4398264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PLANNED PROGRESS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N/A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5330952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BAC / PV / EV / AC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N/A / N/A / N/A / N/A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5330952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SPI / CPI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N/A / N/A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446520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A7C3D6"/>
                </a:solidFill>
              </a:defRPr>
            </a:pPr>
            <a:r>
              <a:t>Generated 15 Aug 2026 | Source-controlled selected-project output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