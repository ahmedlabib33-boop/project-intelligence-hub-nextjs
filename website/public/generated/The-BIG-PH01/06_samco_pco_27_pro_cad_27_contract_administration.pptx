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PRO-CAD-27 Contract Administration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ROYA-BIG PROJECT PHASE01 (B1-4) | 1 data-driven control section | 2026-08-15T05:31:00+00:00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PRO-CAD-27 | Contract Administration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contracts: 01-data/import_templates/contracts.csv (2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claims: 01-data/import_templates/claims.csv (1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14020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package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contractor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contract_type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original_value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SAMCO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Unite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367286025</a:t>
                      </a:r>
                    </a:p>
                  </a:txBody>
                  <a:tcPr/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PH-02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SAMCO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Unite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900000000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