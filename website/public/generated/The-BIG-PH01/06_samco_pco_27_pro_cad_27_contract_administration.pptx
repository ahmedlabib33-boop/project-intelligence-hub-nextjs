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PRO-CAD-27 Contract Administration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ROYA-BIG PROJECT PHASE01 (B1-4) | 1 data-driven control section | 2026-08-14T03:05:31+00:00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PRO-CAD-27 | Contract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contracts: 01-data/import_templates/contracts.csv (2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(1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package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contractor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original_value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SAMCO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Unite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367286025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PH-02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SAMCO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Unite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900000000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