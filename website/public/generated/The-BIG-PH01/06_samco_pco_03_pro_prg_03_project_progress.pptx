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PRO-PRG-03 Project Progress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PRO-PRG-03 | Project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progress: 01-data/import_templates/project_input_bundle.csv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