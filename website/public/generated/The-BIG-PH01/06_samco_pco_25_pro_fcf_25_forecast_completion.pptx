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PRO-FCF-25 Forecast Completion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ROYA-BIG PROJECT PHASE01 (B1-4) | 1 data-driven control section | 2026-08-15T05:31:00+00:00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PRO-FCF-25 | Forecast Completion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01-data/import_templates/project_input_bundle.csv (1363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evm: 01-data/import_templates/project_input_bundle.csv (1363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Surveying 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Equipment 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Site Preparation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UP-24-MAY-26.P.MS.SS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RFT Rebar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E-DR-1000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Design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UP-24-MAY-26.EN.2.S.P02.B01.SUB.1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E-SUB-B01-REP-1000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General Replacement Plan &amp; Typical Sections for Replacement / 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UP-24-MAY-26.EN.2.S.P02.B02.SUB.1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E-SUB-B02-REP-1000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General Replacement Plan &amp; Typical Sections for Replacement / 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UP-24-MAY-26.EN.2.S.P01.B04.SUB.2ndB.1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E-SUB-B04-WT-1000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PC Raft Conc. Dim. DWGs (B04) (Water Tank)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13-Sep-25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2-Oct-25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UP-24-MAY-26.P.MS.SS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Soil Replacement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4-Oct-25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