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PRO-DLY-02 Delay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CON-ST-SLAB-1050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Roof slab reinforcement and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