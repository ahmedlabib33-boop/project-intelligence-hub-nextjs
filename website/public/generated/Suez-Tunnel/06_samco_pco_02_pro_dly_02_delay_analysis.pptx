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PRO-DLY-02 Delay Analysis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PRO-DLY-02 | 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delay_events: 01-data/import_templates/delay_events.csv (5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Primary Event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employer free issue steel supply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/ design clarification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Delayed RFI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Access constraint and traffic diversion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MEP sleeve coordination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CON-ST-SLAB-1050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Roof slab reinforcement and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1-Jul-26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