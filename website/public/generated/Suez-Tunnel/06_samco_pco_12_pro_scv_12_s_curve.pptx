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PRO-SCV-12 S-Curve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17637500.00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17637500.00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36520000.00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54157500.00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66088750.00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120246250.00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97525000.00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217771250.00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437500000.00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120765000.00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338536250.00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145250000.00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483786250.00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162500000.00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138921250.00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622707500.00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131970000.00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754677500.00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88562500.00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843240000.00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1150000000.00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72800000.00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916040000.00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