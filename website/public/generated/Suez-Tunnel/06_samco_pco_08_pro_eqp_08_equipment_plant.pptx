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PRO-EQP-08 Equipment &amp; Plant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Suez Tunnel Civil &amp; MEP Works | 1 data-driven control section | 2026-08-14T03:05:41+00:00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PRO-EQP-08 | Equipment &amp; Plant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No mapped source: 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