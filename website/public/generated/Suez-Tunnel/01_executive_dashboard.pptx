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Suez Tunnel Civil &amp; MEP Works | Suez-Tunnel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Suez Tunnel Civil &amp; MEP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Suez-Tunnel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Tunnels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Active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N/A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N/A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N/A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N/A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N/A / N/A / N/A / N/A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N/A / N/A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15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