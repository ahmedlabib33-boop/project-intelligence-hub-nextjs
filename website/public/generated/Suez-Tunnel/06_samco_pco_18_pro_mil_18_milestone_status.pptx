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PRO-MIL-18 Milestone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8-Sep-25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18-May-27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