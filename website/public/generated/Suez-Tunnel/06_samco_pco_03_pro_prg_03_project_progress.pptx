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PRO-PRG-03 Project Progress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PRO-PRG-03 | Project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progress: 01-data/import_templates/progress_updates.csv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19-Sep-25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11-Oct-25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27-Dec-25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21-Feb-26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27-Apr-26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