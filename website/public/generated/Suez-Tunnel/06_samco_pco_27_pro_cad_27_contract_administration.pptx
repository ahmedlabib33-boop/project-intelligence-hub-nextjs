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PRO-CAD-27 Contract Administration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Nile Infra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Nile Infra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225000000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