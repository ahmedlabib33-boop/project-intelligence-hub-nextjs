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254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1556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4FAFF"/>
                </a:solidFill>
              </a:defRPr>
            </a:pPr>
            <a:r>
              <a:t>Elite SVG Charts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1024128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39D7D2"/>
                </a:solidFill>
              </a:defRPr>
            </a:pPr>
            <a:r>
              <a:t>Suez Tunnel Civil &amp; MEP Works | Suez-Tunnel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00200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PROJECT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Suez Tunnel Civil &amp; MEP Works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63640" y="1600200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PROJECT ID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Suez-Tunnel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532888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SECTOR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Tunnels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2532888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STATUS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Delayed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465576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CONTRACT VALUE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EGP 1,250,000,000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3465576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PAID AMOUNT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EGP 481,550,000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4398264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ACTUAL PROGRESS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35.0%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4398264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PLANNED PROGRESS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42.0%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5330952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BAC / PV / EV / AC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EGP 1,250,000,000 / EGP 563,253,012 / EGP 485,421,687 / EGP 514,546,988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5330952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SPI / CPI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0.86 / 0.94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446520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A7C3D6"/>
                </a:solidFill>
              </a:defRPr>
            </a:pPr>
            <a:r>
              <a:t>Generated 13 Aug 2026 | Source-controlled selected-project output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