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PRO-FCF-25 Forecast Completion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Suez Tunnel Civil &amp; MEP Works | 1 data-driven control section | 2026-08-14T03:05:41+00:00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PRO-FCF-25 | Forecast Completion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evm: 01-data/import_templates/evm.csv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temporary facilities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SUR-ST-1010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Topographic survey and utility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Delivery of waterproofing membrane and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Open cut excavation and shoring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base slab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casting for base slab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21-Feb-26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CON-ST-WALL-1040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wall reinforcement and formwork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27-Apr-26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