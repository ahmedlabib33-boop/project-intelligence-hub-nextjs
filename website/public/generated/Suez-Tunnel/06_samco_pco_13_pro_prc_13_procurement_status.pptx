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PRO-PRC-13 Procurement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2026-08-15T05:31:08+00:00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PRO-PRC-13 | Procurement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