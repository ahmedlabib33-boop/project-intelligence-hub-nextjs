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PRO-BLC-24 Baseline vs Current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PRO-BLC-24 | Baseline vs Current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