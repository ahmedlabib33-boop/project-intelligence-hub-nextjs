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PRO-CST-09 Cost Control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2026-08-15T05:31:08+00:00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PRO-CST-09 |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30120481.93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31927710.84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30120481.93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31927710.84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45180722.89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39750000.00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45180722.89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31800000.00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47700000.00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108650000.00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79500000.00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55650000.00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33125000.00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