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PRO-TIA-01 Time Impact &amp; Extension of Time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Suez Tunnel Civil &amp; MEP Works | 1 data-driven control section | 2026-08-14T03:05:41+00:00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PRO-TIA-01 | Time Impact &amp; Extension of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AA6B00"/>
                </a:solidFill>
              </a:defRPr>
            </a:pPr>
            <a:r>
              <a:t>AWAITING CONTROLLED CSV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delay_classification: 02-delay_analysis/unified_tia_csv/12_delay_event_classification.csv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tia_recovery: 02-delay_analysis/unified_tia_csv/13_tia_recovery_scenario.csv (0 rows)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p6: 02-delay_analysis/unified_tia_csv/04- p6_activity_export.csv (0 rows)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46464"/>
                </a:solidFill>
              </a:defRPr>
            </a:pPr>
            <a:r>
              <a:t>No controlled CSV data is available for this report section. No value or conclusion has been inferred.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