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PRO-EVM-10 Earned Value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Suez Tunnel Civil &amp; MEP Works | 1 data-driven control section | 2026-08-14T03:05:41+00:00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PRO-EVM-10 | Earned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01-data/import_templates/evm.csv (17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32355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Project 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15060240.96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15963855.42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Contract Agreement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15060240.96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15963855.42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KD-MS-1020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IFC Drawing Package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15060240.96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15963855.42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KD-MOB-1000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Mobilization and temporary facilities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30120481.93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31927710.84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SUR-ST-1010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Topographic survey and utility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30120481.93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31927710.84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E-SUB-ST-1020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45180722.89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39750000.00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E-APP-ST-1020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Approval of tunnel alignment shop drawings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45180722.89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31800000.00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P-MDEL-ST-1000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Delivery of waterproofing membrane and steel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75301204.82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47700000.00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CON-ST-EXC-1010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Open cut excavation and shoring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150602409.64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108650000.00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base slab reinforcement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150602409.64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79500000.00</a:t>
                      </a:r>
                    </a:p>
                  </a:txBody>
                  <a:tcPr/>
                </a:tc>
              </a:tr>
              <a:tr h="323556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casting for base slab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150602409.64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55650000.00</a:t>
                      </a:r>
                    </a:p>
                  </a:txBody>
                  <a:tcPr/>
                </a:tc>
              </a:tr>
              <a:tr h="323568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CON-ST-WALL-1040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Tunnel wall reinforcement and formwork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May-26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150602409.64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33125000.00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