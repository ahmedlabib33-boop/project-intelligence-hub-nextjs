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PRO-EXE-23 Executive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Tunnel Civil &amp; MEP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Urban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