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PRO-MAT-14 Material Status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Suez Tunnel Civil &amp; MEP Works | 1 data-driven control section | 2026-08-14T03:05:41+00:00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PRO-MAT-14 | Material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temporary facilities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SUR-ST-1010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Topographic survey and utility 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E-SUB-ST-1020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Tunnel alignment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E-APP-ST-1020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tunnel alignment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P-MDEL-ST-1000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Delivery of waterproofing membrane and steel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CON-ST-EXC-1010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Open cut excavation and shoring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base slab reinforcement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Concrete casting for base slab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21-Feb-26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CON-ST-WALL-1040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Tunnel wall reinforcement and formwork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27-Apr-26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