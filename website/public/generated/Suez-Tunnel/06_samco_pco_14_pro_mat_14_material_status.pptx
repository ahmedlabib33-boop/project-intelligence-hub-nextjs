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PRO-MAT-14 Material Status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Suez Tunnel Civil &amp; MEP Works | 1 data-driven control section | 2026-08-15T05:31:08+00:00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PRO-MAT-14 | Material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temporary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Topographic survey and utility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Delivery of waterproofing membrane and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21-Feb-26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