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PRO-CFS-11 Cash Flow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PRO-CFS-11 |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planned_cash_flow: 01-data/import_templates/planned_cash_flow.csv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15-Dec-25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14-Apr-26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14-May-26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