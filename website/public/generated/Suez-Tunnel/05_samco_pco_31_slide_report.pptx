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30 data-driven control sections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CON-ST-SLAB-1050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Roof slab reinforcement and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15-Dec-25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17637500.00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36520000.00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54157500.00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66088750.00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120246250.00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217771250.00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120765000.00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338536250.00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483786250.00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138921250.00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622707500.00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131970000.00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754677500.00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88562500.00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843240000.00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916040000.00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18-May-27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Tunnel Civil &amp; MEP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 Urban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225000000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