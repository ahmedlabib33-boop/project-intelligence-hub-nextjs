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PRO-VAR-05 Variation Report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2026-08-15T05:31:08+00:00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PRO-VAR-05 | Variation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28-Dec-25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Suez-Tunnel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ST-PH-01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24-Jan-26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