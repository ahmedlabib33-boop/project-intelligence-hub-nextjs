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PRO-LAH-15 Labour Hours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Suez Tunnel Civil &amp; MEP Works | 1 data-driven control section | 2026-08-15T05:31:08+00:00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PRO-LAH-15 | Labour Hours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activities: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wbs_id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planned_finish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Suez-Tunnel.MOBILIZATION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temporary facilities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SUR-ST-1010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Topographic survey and utility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19-Sep-25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11-Oct-25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Suez-Tunnel.ENGINEERING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tunnel alignment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Suez-Tunnel.PROCUREMENT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P-MDEL-ST-1000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Delivery of waterproofing membrane and steel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27-Dec-25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Open cut excavation and shoring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29-Oct-25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base slab reinforcement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28-Dec-25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25-Jan-26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Concrete casting for base slab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28-Jan-26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21-Feb-26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Suez-Tunnel.CONSTRUCTION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CON-ST-WALL-1040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Tunnel wall reinforcement and formwork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26-Feb-26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27-Apr-26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