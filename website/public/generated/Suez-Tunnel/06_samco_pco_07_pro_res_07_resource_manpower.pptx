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PRO-RES-07 Resource &amp; Manpower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Suez Tunnel Civil &amp; MEP Works | 1 data-driven control section | 2026-08-15T05:31:08+00:00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PRO-RES-07 | Resource &amp; Manpower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01-data/import_templates/project_input_bundle.csv (17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wbs_id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Suez-Tunnel.MOBILIZATION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Mobilization and temporary facilities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2-Oct-25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Suez-Tunnel.SURVEY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SUR-ST-1010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Topographic survey and utility detection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19-Sep-25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11-Oct-25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E-SUB-ST-1020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Tunnel alignment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10-Nov-25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E-APP-ST-1020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Approval of tunnel alignment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12-Nov-25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7-Dec-25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Suez-Tunnel.PROCUREMENT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P-MDEL-ST-1000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Delivery of waterproofing membrane and steel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27-Dec-25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CON-ST-EXC-1010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Open cut excavation and shoring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CON-ST-RFT-1020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RFT for base slab reinforcement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28-Dec-25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CON-ST-CON-1030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Concrete casting for base slab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21-Feb-26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CON-ST-WALL-1040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Tunnel wall reinforcement and formwork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27-Apr-26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