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PRO-RSK-19 Risk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051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delivery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design clarification and IFC revisions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Cashflow pressure due to delayed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