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PRO-MIL-18 Milestone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PRO-MIL-18 | Milestone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milestones: 01-data/import_templates/milestones.csv (5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milestone_id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forecast_date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actual_date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Works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30-Oct-26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Substantial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25-Aug-27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