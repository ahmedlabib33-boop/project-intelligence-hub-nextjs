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PRO-SCV-12 S-Curve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37842000.00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37842000.00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78355200.00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116197200.00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141796200.00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257993400.00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209244000.00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467237400.00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259106400.00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726343800.00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1029000000.00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311640000.00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1037983800.00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1302000000.00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298061400.00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1336045200.00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1554000000.00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283147200.00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1619192400.00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148785000.00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1767977400.00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1932000000.00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122304000.00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1890281400.00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