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PRO-SCV-12 S-Curve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1 data-driven control section | 2026-08-14T03:05:35+00:00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PRO-SCV-12 | S-Curve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s_curve: 01-data/import_templates/s_curve.csv (10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8238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monthly_planned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cumm_monthly_planned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monthly_actual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cumm_monthly_actual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42000000.00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42000000.00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37842000.00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37842000.00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84000000.00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126000000.00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78355200.00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116197200.00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147000000.00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273000000.00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141796200.00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257993400.00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210000000.00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483000000.00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209244000.00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467237400.00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252000000.00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735000000.00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259106400.00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726343800.00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294000000.00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1029000000.00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311640000.00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1037983800.00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273000000.00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1302000000.00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298061400.00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1336045200.00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252000000.00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1554000000.00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283147200.00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1619192400.00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210000000.00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1764000000.00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148785000.00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1767977400.00</a:t>
                      </a:r>
                    </a:p>
                  </a:txBody>
                  <a:tcPr/>
                </a:tc>
              </a:tr>
              <a:tr h="38239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1-Jul-26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168000000.00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1932000000.00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122304000.00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1890281400.00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