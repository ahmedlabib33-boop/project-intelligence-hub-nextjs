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Project Controls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30 data-driven control sections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PRO-TIA-01 | Time Impact &amp; Extension of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PRO-DLY-02 | 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delay_events: 01-data/import_templates/delay_events.csv (5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(0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701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Primary Event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 in employer free issue steel supply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IFC / design clarification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Delayed RFI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Access constraint and traffic diversion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MEP sleeve coordination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CON-SM-GF-1050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Ground floor slab and beams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PRO-PRG-03 | Project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01-data/import_templates/progress_updates.csv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PRO-REC-04 | Recovery &amp;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PRO-VAR-05 | Variation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 free issue steel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IFC and RFI response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PRO-IPC-06 | Interim Payment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01-data/import_templates/payments.csv (6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6008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no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28-Apr-26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28-May-26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PRO-RES-07 | Resource &amp; Manpower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PRO-EQP-08 | Equipment &amp; Plant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PRO-CST-09 | Cost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25048192.77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25048192.77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25048192.77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50096385.54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50096385.54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75903614.46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71687927.71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75903614.46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62129537.35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126506024.10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88946132.53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250481927.71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217718891.57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164616722.89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92928795.18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PRO-EVM-10 | Earned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25048192.77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25048192.77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25048192.77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50096385.54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50096385.54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75903614.46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71687927.71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75903614.46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62129537.35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126506024.10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88946132.53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250481927.71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217718891.57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164616722.89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92928795.18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PRO-CFS-11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planned_cash_flow: 01-data/import_templates/planned_cash_flow.csv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01-data/import_templates/payments.csv (6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6008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no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28-Apr-26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28-May-26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PRO-SCV-12 | S-Curve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s_curve: 01-data/import_templates/s_curve.csv (10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8238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37842000.00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37842000.00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84000000.00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126000000.00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78355200.00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116197200.00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147000000.00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273000000.00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141796200.00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257993400.00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483000000.00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209244000.00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467237400.00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735000000.00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259106400.00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726343800.00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294000000.00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1029000000.00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311640000.00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1037983800.00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273000000.00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1302000000.00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298061400.00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1336045200.00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1554000000.00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283147200.00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1619192400.00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1764000000.00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148785000.00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1767977400.00</a:t>
                      </a:r>
                    </a:p>
                  </a:txBody>
                  <a:tcPr/>
                </a:tc>
              </a:tr>
              <a:tr h="38239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168000000.00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1932000000.00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122304000.00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1890281400.00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PRO-PRC-13 | Procurement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PRO-MAT-14 | Material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PRO-LAH-15 | Labour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PRO-CPM-16 |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PRO-FLT-17 | Float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PRO-MIL-18 | Milestone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milestones: 01-data/import_templates/milestones.csv (5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701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milestone_id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forecast_date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actual_date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22-Oct-25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Works 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30-Oct-26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Substantial 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31-Jul-27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25-Aug-27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PRO-RSK-19 | Risk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051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risk_category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probability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time_impact_days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 delivery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design clarification and IFC revisions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Cashflow pressure due to delayed certification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PRO-RFI-20 | RFI &amp; Submittals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rfi: 02-delay_analysis/unified_tia_csv/09- rfi_status.csv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PRO-QAQC-21 | QA/QC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PRO-PROD-22 |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01-data/import_templates/progress_updates.csv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PRO-EXE-23 | Executive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projects: 01-data/import_templates/projects.csv (1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21031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client_name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 Mall Mixed-Use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 Retail Properties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Delta Build Contractors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31-Jul-27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PRO-BLC-24 | Baseline vs Current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PRO-FCF-25 | Forecast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PRO-ML-26 | ML Project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PRO-CAD-27 | Contract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contracts: 01-data/import_templates/contracts.csv (2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package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original_value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Delta Build Contractors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Unit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2100000000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Delta Build Contractors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Lump sum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378000000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PRO-CHG-28 | Change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 free issue steel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IFC and RFI response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PRO-DOC-29 | Document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PRO-IFC-30 | Interface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ifc: 02-delay_analysis/unified_tia_csv/07- ifc_conflict.csv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