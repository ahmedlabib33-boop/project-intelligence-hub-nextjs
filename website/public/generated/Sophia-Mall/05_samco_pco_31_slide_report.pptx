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Project Controls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Sophia Mall Mixed-Use Development | 30 data-driven control sections | 2026-08-15T05:31:03+00:00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PRO-TIA-01 | Time Impact &amp; Extension of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delay_classification: 02-delay_analysis/unified_tia_csv/12_delay_event_classification.csv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tia_recovery: 02-delay_analysis/unified_tia_csv/13_tia_recovery_scenario.csv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p6: 02-delay_analysis/unified_tia_csv/04- p6_activity_export.csv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PRO-DLY-02 | Delay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delay_events: 01-data/import_templates/delay_events.csv (5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delay_classification: 02-delay_analysis/unified_tia_csv/12_delay_event_classification.csv (0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70104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Primary Event 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 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 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BL 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BL 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Delay in employer free issue steel supply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Bulk excavation and dewatering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19-Mar-26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Late IFC / design clarification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raft foundation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Delayed RFI 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Raft foundation concrete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Access constraint and traffic diversion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CON-SM-B1-1040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Basement B1 columns and walls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26-Jun-26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MEP sleeve coordination delay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CON-SM-GF-1050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Ground floor slab and beams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26-Jun-26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4-Sep-26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PRO-PRG-03 | Project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progress: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site logistics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SUR-SM-1010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and benchmark establishment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Structural and architectural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podium and basement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P-MDEL-SM-1000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Long lead procurement for steel and MEP sleeves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Bulk excavation and dewatering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raft foundation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Raft foundation concrete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CON-SM-B1-1040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Basement B1 columns and walls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26-Jun-26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PRO-REC-04 | Recovery &amp;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tia_recovery: 02-delay_analysis/unified_tia_csv/13_tia_recovery_scenario.csv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site logistics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SUR-SM-1010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and benchmark establishment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Structural and architectural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podium and basement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P-MDEL-SM-1000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Long lead procurement for steel and MEP sleeves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Bulk excavation and dewatering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raft foundation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Raft foundation concrete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CON-SM-B1-1040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Basement B1 columns and walls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26-Jun-26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PRO-VAR-05 | Variation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claims: 01-data/import_templates/claims.csv (2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14020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claim_event_ref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claim_title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notice_date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CL-001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SM-PH-01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Employer free issue steel delay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10-Feb-26</a:t>
                      </a:r>
                    </a:p>
                  </a:txBody>
                  <a:tcPr/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CL-002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SM-PH-01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Late IFC and RFI response 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9-Mar-26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PRO-IPC-06 | Interim Payment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payments: 01-data/import_templates/payments.csv (6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60089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invoice no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invoice 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SM-PH-01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28-Jan-26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SM-PH-01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SM-PH-01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29-Mar-26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SM-PH-01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28-Apr-26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SM-PH-01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28-May-26</a:t>
                      </a:r>
                    </a:p>
                  </a:txBody>
                  <a:tcPr/>
                </a:tc>
              </a:tr>
              <a:tr h="6008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SM-PH-01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27-Jun-26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PRO-RES-07 | Resource &amp; Manpower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site logistics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SUR-SM-1010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and benchmark establishment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Structural and architectural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podium and basement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P-MDEL-SM-1000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Long lead procurement for steel and MEP sleeves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Bulk excavation and dewatering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raft foundation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Raft foundation concrete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CON-SM-B1-1040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Basement B1 columns and walls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26-Jun-26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PRO-EQP-08 | Equipment &amp; Plant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No mapped source: 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PRO-CST-09 | Cost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period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25301204.82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25048192.77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25301204.82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25048192.77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25301204.82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25048192.77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site logistics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50602409.64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50096385.54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SUR-SM-1010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and benchmark establishment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50602409.64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50096385.54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Structural and architectural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75903614.46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71687927.71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podium and basement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75903614.46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62129537.35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P-MDEL-SM-1000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Long lead procurement for steel and MEP sleeves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126506024.10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88946132.53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Bulk excavation and dewatering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253012048.19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250481927.71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raft foundation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253012048.19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217718891.57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Raft foundation concrete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253012048.19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164616722.89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CON-SM-B1-1040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Basement B1 columns and walls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253012048.19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92928795.18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PRO-EVM-10 | Earned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period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25301204.82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25048192.77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25301204.82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25048192.77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25301204.82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25048192.77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site logistics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50602409.64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50096385.54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SUR-SM-1010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and benchmark establishment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50602409.64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50096385.54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Structural and architectural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75903614.46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71687927.71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podium and basement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75903614.46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62129537.35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P-MDEL-SM-1000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Long lead procurement for steel and MEP sleeves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126506024.10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88946132.53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Bulk excavation and dewatering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253012048.19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250481927.71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raft foundation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253012048.19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217718891.57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Raft foundation concrete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253012048.19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164616722.89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CON-SM-B1-1040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Basement B1 columns and walls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253012048.19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92928795.18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PRO-CFS-11 | Cash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planned_cash_flow: 01-data/import_templates/planned_cash_flow.csv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payments: 01-data/import_templates/payments.csv (6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60089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invoice no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invoice 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SM-PH-01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28-Jan-26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SM-PH-01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SM-PH-01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29-Mar-26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SM-PH-01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28-Apr-26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SM-PH-01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28-May-26</a:t>
                      </a:r>
                    </a:p>
                  </a:txBody>
                  <a:tcPr/>
                </a:tc>
              </a:tr>
              <a:tr h="6008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SM-PH-01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27-Jun-26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PRO-SCV-12 | S-Curve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s_curve: 01-data/import_templates/s_curve.csv (10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8238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months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monthly_planned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cumm_monthly_planned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monthly_actual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cumm_monthly_actual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42000000.00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42000000.00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37842000.00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37842000.00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84000000.00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126000000.00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78355200.00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116197200.00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147000000.00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273000000.00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141796200.00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257993400.00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210000000.00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483000000.00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209244000.00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467237400.00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252000000.00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735000000.00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259106400.00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726343800.00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294000000.00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1029000000.00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311640000.00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1037983800.00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273000000.00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1302000000.00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298061400.00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1336045200.00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252000000.00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1554000000.00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283147200.00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1619192400.00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1-Jun-26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210000000.00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1764000000.00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148785000.00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1767977400.00</a:t>
                      </a:r>
                    </a:p>
                  </a:txBody>
                  <a:tcPr/>
                </a:tc>
              </a:tr>
              <a:tr h="38239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1-Jul-26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168000000.00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1932000000.00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122304000.00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1890281400.00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PRO-PRC-13 | Procurement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site logistics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SUR-SM-1010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and benchmark establishment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Structural and architectural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podium and basement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P-MDEL-SM-1000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Long lead procurement for steel and MEP sleeves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Bulk excavation and dewatering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raft foundation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Raft foundation concrete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CON-SM-B1-1040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Basement B1 columns and walls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26-Jun-26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PRO-MAT-14 | Material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site logistics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SUR-SM-1010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and benchmark establishment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Structural and architectural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podium and basement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P-MDEL-SM-1000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Long lead procurement for steel and MEP sleeves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Bulk excavation and dewatering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raft foundation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Raft foundation concrete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CON-SM-B1-1040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Basement B1 columns and walls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26-Jun-26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PRO-LAH-15 | Labour Hours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site logistics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SUR-SM-1010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and benchmark establishment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Structural and architectural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podium and basement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P-MDEL-SM-1000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Long lead procurement for steel and MEP sleeves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Bulk excavation and dewatering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raft foundation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Raft foundation concrete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CON-SM-B1-1040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Basement B1 columns and walls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26-Jun-26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PRO-CPM-16 | Critical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p6: 02-delay_analysis/unified_tia_csv/04- p6_activity_export.csv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site logistics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SUR-SM-1010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and benchmark establishment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Structural and architectural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podium and basement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P-MDEL-SM-1000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Long lead procurement for steel and MEP sleeves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Bulk excavation and dewatering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raft foundation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Raft foundation concrete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CON-SM-B1-1040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Basement B1 columns and walls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26-Jun-26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PRO-FLT-17 | Float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p6: 02-delay_analysis/unified_tia_csv/04- p6_activity_export.csv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site logistics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SUR-SM-1010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and benchmark establishment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Structural and architectural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podium and basement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P-MDEL-SM-1000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Long lead procurement for steel and MEP sleeves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Bulk excavation and dewatering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raft foundation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Raft foundation concrete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CON-SM-B1-1040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Basement B1 columns and walls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26-Jun-26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PRO-MIL-18 | Milestone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milestones: 01-data/import_templates/milestones.csv (5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70104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milestone_id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forecast_date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actual_date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22-Oct-25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Structural Works Completion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30-Oct-26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KD-MS-9000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Substantial Completion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31-Jul-27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25-Aug-27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PRO-RSK-19 | Risk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risks: 01-data/import_templates/risks.csv (3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10515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risk_id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risk_title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risk_category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probability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time_impact_days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Steel delivery delay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Schedule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105156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Late design clarification and IFC revisions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105156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Cashflow pressure due to delayed certification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Commercial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PRO-RFI-20 | RFI &amp; Submittals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rfi: 02-delay_analysis/unified_tia_csv/09- rfi_status.csv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PRO-QAQC-21 | QA/QC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No mapped source: 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PRO-PROD-22 | Productivity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progress: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site logistics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SUR-SM-1010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and benchmark establishment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Structural and architectural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podium and basement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P-MDEL-SM-1000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Long lead procurement for steel and MEP sleeves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Bulk excavation and dewatering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raft foundation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Raft foundation concrete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CON-SM-B1-1040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Basement B1 columns and walls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26-Jun-26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PRO-EXE-23 | Executive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projects: 01-data/import_templates/projects.csv (1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01-data/import_templates/project_input_bundle.csv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risks: 01-data/import_templates/risks.csv (3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21031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client_name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contractor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210312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 Mall Mixed-Use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 Retail 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Delta Build Contractors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31-Jul-27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PRO-BLC-24 | Baseline vs Current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p6: 02-delay_analysis/unified_tia_csv/04- p6_activity_export.csv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site logistics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SUR-SM-1010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and benchmark establishment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Structural and architectural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podium and basement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P-MDEL-SM-1000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Long lead procurement for steel and MEP sleeves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Bulk excavation and dewatering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raft foundation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Raft foundation concrete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CON-SM-B1-1040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Basement B1 columns and walls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26-Jun-26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PRO-FCF-25 | Forecast Completion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site logistics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SUR-SM-1010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and benchmark establishment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Structural and architectural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podium and basement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P-MDEL-SM-1000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Long lead procurement for steel and MEP sleeves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Bulk excavation and dewatering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raft foundation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Raft foundation concrete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CON-SM-B1-1040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Basement B1 columns and walls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26-Jun-26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PRO-ML-26 | ML Project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01-data/import_templates/project_input_bundle.csv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risks: 01-data/import_templates/risks.csv (3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site logistics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SUR-SM-1010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and benchmark establishment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Structural and architectural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podium and basement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P-MDEL-SM-1000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Long lead procurement for steel and MEP sleeves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Bulk excavation and dewatering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raft foundation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Raft foundation concrete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CON-SM-B1-1040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Basement B1 columns and walls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26-Jun-26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PRO-CAD-27 | Contract Administration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contracts: 01-data/import_templates/contracts.csv (2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claims: 01-data/import_templates/claims.csv (2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14020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package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contractor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contract_type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original_value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SM-PH-01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Delta Build Contractors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Unit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2100000000</a:t>
                      </a:r>
                    </a:p>
                  </a:txBody>
                  <a:tcPr/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SM-PH-02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Delta Build Contractors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Lump sum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378000000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PRO-CHG-28 | Change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claims: 01-data/import_templates/claims.csv (2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14020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claim_event_ref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claim_title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notice_date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CL-001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SM-PH-01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Employer free issue steel delay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10-Feb-26</a:t>
                      </a:r>
                    </a:p>
                  </a:txBody>
                  <a:tcPr/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CL-002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SM-PH-01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Late IFC and RFI response 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9-Mar-26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PRO-DOC-29 | Document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No mapped source: 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PRO-IFC-30 | Interface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ifc: 02-delay_analysis/unified_tia_csv/07- ifc_conflict.csv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