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336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011680"/>
            <a:ext cx="11155680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</a:defRPr>
            </a:pPr>
            <a:r>
              <a:t>SAMCO-PCO PRO-IFC-30 Interface Management Report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31546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CDE0F0"/>
                </a:solidFill>
              </a:defRPr>
            </a:pPr>
            <a:r>
              <a:t>Sophia Mall Mixed-Use Development | 1 data-driven control section | 2026-08-14T03:05:35+00:00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49808"/>
          </a:xfrm>
          <a:prstGeom prst="rect">
            <a:avLst/>
          </a:prstGeom>
          <a:solidFill>
            <a:srgbClr val="0033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92608" y="128016"/>
            <a:ext cx="9601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PRO-IFC-30 | Interface Management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503920" y="914400"/>
            <a:ext cx="32461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AA6B00"/>
                </a:solidFill>
              </a:defRPr>
            </a:pPr>
            <a:r>
              <a:t>AWAITING CONTROLLED CSV DATA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32688"/>
            <a:ext cx="78638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03366"/>
                </a:solidFill>
              </a:defRPr>
            </a:pPr>
            <a:r>
              <a:t>CSV sources</a:t>
            </a:r>
          </a:p>
          <a:p>
            <a:pPr>
              <a:defRPr sz="1000">
                <a:solidFill>
                  <a:srgbClr val="646464"/>
                </a:solidFill>
              </a:defRPr>
            </a:pPr>
            <a:r>
              <a:t>ifc: 02-delay_analysis/unified_tia_csv/07- ifc_conflict.csv (0 rows)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2057400"/>
            <a:ext cx="109728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>
                <a:solidFill>
                  <a:srgbClr val="646464"/>
                </a:solidFill>
              </a:defRPr>
            </a:pPr>
            <a:r>
              <a:t>No controlled CSV data is available for this report section. No value or conclusion has been inferred.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