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PRO-IFC-30 Interface Management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2026-08-15T05:31:03+00:00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PRO-IFC-30 | Interface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ifc: 02-delay_analysis/unified_tia_csv/07- ifc_conflict.csv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