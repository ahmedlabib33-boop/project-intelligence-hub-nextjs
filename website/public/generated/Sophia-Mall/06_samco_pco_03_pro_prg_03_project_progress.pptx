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PRO-PRG-03 Project Progress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Sophia Mall Mixed-Use Development | 1 data-driven control section | 2026-08-14T03:05:35+00:00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PRO-PRG-03 | Project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progress: 01-data/import_templates/progress_updates.csv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