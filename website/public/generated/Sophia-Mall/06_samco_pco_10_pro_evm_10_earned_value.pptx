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VM-10 Earned Valu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687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129537.3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650602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946132.53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718891.5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4616722.89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2928795.1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