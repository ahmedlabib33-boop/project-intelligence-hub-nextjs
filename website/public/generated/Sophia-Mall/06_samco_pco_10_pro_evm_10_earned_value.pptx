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PRO-EVM-10 Earned Value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71687927.71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62129537.35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126506024.10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88946132.53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217718891.57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164616722.89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92928795.18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