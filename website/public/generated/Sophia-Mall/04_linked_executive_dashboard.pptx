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809,004,000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33.0%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 / EGP 1,112,493,976 / EGP 1,166,846,024 / EGP 1,155,177,564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1.05 /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