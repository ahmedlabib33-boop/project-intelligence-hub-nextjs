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5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65760"/>
            <a:ext cx="111556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4FAFF"/>
                </a:solidFill>
              </a:defRPr>
            </a:pPr>
            <a:r>
              <a:t>Master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02412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9D7D2"/>
                </a:solidFill>
              </a:defRPr>
            </a:pPr>
            <a:r>
              <a:t>Sophia Mall Mixed-Use Development | Sophia-Mall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Sophia Mall Mixed-Use Development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PROJECT ID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Sophia-Mall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SECTOR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Buildings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532888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STATUS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On Track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CONTRACT VALUE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2,100,000,000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465576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PAID AMOUNT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809,004,000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ACTUAL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33.0%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4398264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PLANNED PROGRESS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31.0%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BAC / PV / EV / AC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EGP 2,100,000,000 / EGP 1,112,493,976 / EGP 1,166,846,024 / EGP 1,155,177,564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5330952"/>
            <a:ext cx="5303520" cy="749808"/>
          </a:xfrm>
          <a:prstGeom prst="roundRect">
            <a:avLst/>
          </a:prstGeom>
          <a:solidFill>
            <a:srgbClr val="0D3D63"/>
          </a:solidFill>
          <a:ln>
            <a:solidFill>
              <a:srgbClr val="39D7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39D7D2"/>
                </a:solidFill>
              </a:defRPr>
            </a:pPr>
            <a:r>
              <a:t>SPI / CPI</a:t>
            </a:r>
          </a:p>
          <a:p>
            <a:pPr>
              <a:defRPr sz="1300" b="1">
                <a:solidFill>
                  <a:srgbClr val="F4FAFF"/>
                </a:solidFill>
              </a:defRPr>
            </a:pPr>
            <a:r>
              <a:t>1.05 / 1.01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7C3D6"/>
                </a:solidFill>
              </a:defRPr>
            </a:pPr>
            <a:r>
              <a:t>Generated 01 Aug 2026 | Source-controlled selected-project output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