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PRO-EXE-23 Executive Report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2026-08-15T05:31:03+00:00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PRO-EXE-23 | Executive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projects: 01-data/import_templates/projects.csv (1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activities: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evm: 01-data/import_templates/project_input_bundle.csv (17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risks: 01-data/import_templates/risks.csv (3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210312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client_name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planned_start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planned_finish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10312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 Mall Mixed-Use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 Retail Properties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Delta Build Contractors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15-Oct-25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31-Jul-27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