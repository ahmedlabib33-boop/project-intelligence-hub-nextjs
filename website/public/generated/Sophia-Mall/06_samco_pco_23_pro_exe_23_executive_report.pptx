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PRO-EXE-23 Executive Report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PRO-EXE-23 | Executive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projects: 01-data/import_templates/projects.csv (1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21031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client_name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 Mall Mixed-Use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 Retail Properties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Delta Build Contractors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31-Jul-27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