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PRO-FLT-17 Float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PRO-FLT-17 | Float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wbs_id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site logistics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18-Nov-25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SUR-SM-1010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Surveying and benchmark establishment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23-Nov-25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Structural and architectural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22-Nov-25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6-Jan-26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E-APP-SM-1020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podium and basement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P-MDEL-SM-1000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Long lead procurement for steel and MEP sleeves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Bulk excavation and dewatering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9-Dec-25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19-Mar-26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raft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22-Feb-26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Raft foundation concrete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Sophia-Mall.CONSTRUCTION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CON-SM-B1-1040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Basement B1 columns and walls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26-Jun-26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