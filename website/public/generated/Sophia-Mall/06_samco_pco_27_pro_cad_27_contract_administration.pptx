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PRO-CAD-27 Contract Administration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2100000000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Build Contractors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378000000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