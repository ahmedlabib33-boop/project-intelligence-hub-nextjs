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PRO-CAD-27 Contract Administration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PRO-CAD-27 | Contract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contracts: 01-data/import_templates/contracts.csv (2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original_value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Delta Build Contractors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2100000000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Delta Build Contractors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Lump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378000000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