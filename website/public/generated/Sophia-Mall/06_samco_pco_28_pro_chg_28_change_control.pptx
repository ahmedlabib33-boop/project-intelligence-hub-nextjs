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336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800" b="1">
                <a:solidFill>
                  <a:srgbClr val="FFFFFF"/>
                </a:solidFill>
              </a:defRPr>
            </a:pPr>
            <a:r>
              <a:t>SAMCO-PCO PRO-CHG-28 Change Control Report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315468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CDE0F0"/>
                </a:solidFill>
              </a:defRPr>
            </a:pPr>
            <a:r>
              <a:t>Sophia Mall Mixed-Use Development | 1 data-driven control section | 2026-08-14T03:05:35+00:00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49808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92608" y="128016"/>
            <a:ext cx="9601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FFFF"/>
                </a:solidFill>
              </a:defRPr>
            </a:pPr>
            <a:r>
              <a:t>PRO-CHG-28 | Change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03920" y="914400"/>
            <a:ext cx="3246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7D45"/>
                </a:solidFill>
              </a:defRPr>
            </a:pPr>
            <a:r>
              <a:t>DATA AVAILABLE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932688"/>
            <a:ext cx="7863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03366"/>
                </a:solidFill>
              </a:defRPr>
            </a:pPr>
            <a:r>
              <a:t>CSV sources</a:t>
            </a:r>
          </a:p>
          <a:p>
            <a:pPr>
              <a:defRPr sz="1000">
                <a:solidFill>
                  <a:srgbClr val="646464"/>
                </a:solidFill>
              </a:defRPr>
            </a:pPr>
            <a:r>
              <a:t>claims: 01-data/import_templates/claims.csv (2 rows)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5760" y="1965960"/>
          <a:ext cx="1138428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97380"/>
                <a:gridCol w="1897380"/>
                <a:gridCol w="1897380"/>
                <a:gridCol w="1897380"/>
                <a:gridCol w="1897380"/>
                <a:gridCol w="1897380"/>
              </a:tblGrid>
              <a:tr h="1402080"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project_id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contract_id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claim_event_ref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claim_title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800" b="1">
                          <a:solidFill>
                            <a:srgbClr val="FFFFFF"/>
                          </a:solidFill>
                        </a:defRPr>
                      </a:pPr>
                      <a:r>
                        <a:t>notice_date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Employer free issue steel delay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10-Feb-26</a:t>
                      </a:r>
                    </a:p>
                  </a:txBody>
                  <a:tcPr/>
                </a:tc>
              </a:tr>
              <a:tr h="1402080"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Sophia-Mall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CL-002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SM-PH-01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DE-002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Late IFC and RFI response impact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700"/>
                      </a:pPr>
                      <a:r>
                        <a:t>9-Mar-26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