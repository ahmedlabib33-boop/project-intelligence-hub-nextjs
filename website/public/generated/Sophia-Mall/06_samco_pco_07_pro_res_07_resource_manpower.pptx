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PRO-RES-07 Resource &amp; Manpower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Sophia Mall Mixed-Use Development | 1 data-driven control section | 2026-08-15T05:31:03+00:00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PRO-RES-07 | Resource &amp; Manpower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