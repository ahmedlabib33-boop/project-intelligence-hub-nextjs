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PRO-RSK-19 Risk Report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Sophia Mall Mixed-Use Development | 1 data-driven control section | 2026-08-15T05:31:03+00:00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PRO-RSK-19 | Risk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risks: 01-data/import_templates/risks.csv (3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10515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risk_id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risk_title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risk_category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probability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time_impact_days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Steel delivery delay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Schedule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105156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Late design clarification and IFC revisions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105156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Cashflow pressure due to delayed certification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Commercial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