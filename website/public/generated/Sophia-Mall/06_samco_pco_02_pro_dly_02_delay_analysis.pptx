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PRO-DLY-02 Delay Analysis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PRO-DLY-02 | Delay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delay_events: 01-data/import_templates/delay_events.csv (5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Primary Event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BL 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 in employer free issue steel supply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/ design clarification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RFI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Access constraint and traffic diversion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MEP sleeve coordination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CON-SM-GF-1050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Ground floor slab and beams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