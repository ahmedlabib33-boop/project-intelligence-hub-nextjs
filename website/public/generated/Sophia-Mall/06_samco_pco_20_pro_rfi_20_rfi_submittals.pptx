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PRO-RFI-20 RFI &amp; Submittals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Sophia Mall Mixed-Use Development | 1 data-driven control section | 2026-08-14T03:05:35+00:00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PRO-RFI-20 | RFI &amp; Submittals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rfi: 02-delay_analysis/unified_tia_csv/09- rfi_status.csv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