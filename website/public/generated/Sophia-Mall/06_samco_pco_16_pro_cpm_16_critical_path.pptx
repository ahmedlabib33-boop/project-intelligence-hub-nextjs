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PRO-CPM-16 Critical Path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1 data-driven control section | 2026-08-14T03:05:35+00:00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PRO-CPM-16 | Critical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site logistics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SUR-SM-1010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and benchmark establishment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and architectural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podium and basement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P-MDEL-SM-1000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Long lead procurement for steel and MEP sleeves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Bulk excavation and dewatering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raft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Raft foundation concrete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CON-SM-B1-1040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Basement B1 columns and 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26-Jun-26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