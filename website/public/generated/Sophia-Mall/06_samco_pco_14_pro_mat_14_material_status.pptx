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PRO-MAT-14 Material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2026-08-15T05:31:03+00:00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PRO-MAT-14 | Material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