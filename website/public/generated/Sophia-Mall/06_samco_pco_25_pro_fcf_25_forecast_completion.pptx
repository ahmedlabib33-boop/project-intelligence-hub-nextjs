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PRO-FCF-25 Forecast Completion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1 data-driven control section | 2026-08-15T05:31:03+00:00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PRO-FCF-25 | Forecast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