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PRO-IPC-06 Interim Payment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28-May-26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