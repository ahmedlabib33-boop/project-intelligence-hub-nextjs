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PRO-CST-09 Cost Control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2026-08-15T05:31:03+00:00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PRO-CST-09 | Cost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0A7D45"/>
                </a:solidFill>
              </a:defRPr>
            </a:pPr>
            <a:r>
              <a:t>DATA AVAILABLE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evm: 01-data/import_templates/project_input_bundle.csv (17 rows)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965960"/>
          <a:ext cx="1138428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7380"/>
                <a:gridCol w="1897380"/>
                <a:gridCol w="1897380"/>
                <a:gridCol w="1897380"/>
                <a:gridCol w="1897380"/>
                <a:gridCol w="1897380"/>
              </a:tblGrid>
              <a:tr h="323556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project_id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activity_id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activity_name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period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AC</a:t>
                      </a:r>
                    </a:p>
                  </a:txBody>
                  <a:tcPr>
                    <a:solidFill>
                      <a:srgbClr val="003366"/>
                    </a:solidFill>
                  </a:tcPr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Project Start 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Contract Agreement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KD-MS-1020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IFC Drawing Package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25301204.82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25048192.77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KD-MOB-1000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Mobilization and site logistics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SUR-SM-1010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Surveying and benchmark establishment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50602409.64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50096385.54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E-SUB-SM-1020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Structural and architectural shop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71687927.71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E-APP-SM-1020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Approval of podium and basement drawings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75903614.46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62129537.35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P-MDEL-SM-1000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Long lead procurement for steel and MEP sleeves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126506024.10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88946132.53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CON-SM-EXC-1010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Bulk excavation and dewatering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250481927.71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CON-SM-RFT-1020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RFT for raft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217718891.57</a:t>
                      </a:r>
                    </a:p>
                  </a:txBody>
                  <a:tcPr/>
                </a:tc>
              </a:tr>
              <a:tr h="323556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CON-SM-CON-1030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Raft foundation concrete works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164616722.89</a:t>
                      </a:r>
                    </a:p>
                  </a:txBody>
                  <a:tcPr/>
                </a:tc>
              </a:tr>
              <a:tr h="323568"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Sophia-Mall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CON-SM-B1-1040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Basement B1 columns and walls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May-26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253012048.19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700"/>
                      </a:pPr>
                      <a:r>
                        <a:t>92928795.18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