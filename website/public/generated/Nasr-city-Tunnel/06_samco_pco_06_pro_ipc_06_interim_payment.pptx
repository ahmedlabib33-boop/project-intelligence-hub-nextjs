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PRO-IPC-06 Interim Payment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2026-08-15T05:31:06+00:00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PRO-IPC-06 | Interim Payment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01-data/import_templates/payments.csv (6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6008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no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31-Jan-26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30-Apr-26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15-Mar-26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15-May-26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