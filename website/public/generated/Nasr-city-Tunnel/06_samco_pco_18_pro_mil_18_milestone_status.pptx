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PRO-MIL-18 Milestone Status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Nasr city-Tunnel | 1 data-driven control section | 2026-08-14T03:05:38+00:00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PRO-MIL-18 | Milestone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milestones: 01-data/import_templates/milestones.csv (5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70104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milestone_id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forecast_date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actual_date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Notice to Proceed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Handover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Package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18-Mar-26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Substructure Completion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Completion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15-Dec-26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12-Jan-27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