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PRO-MIL-18 Milestone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Substructure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15-Dec-26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12-Jan-27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