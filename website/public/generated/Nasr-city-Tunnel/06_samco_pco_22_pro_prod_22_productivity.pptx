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PRO-PROD-22 Productivity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2026-08-15T05:31:06+00:00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PRO-PROD-22 | 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