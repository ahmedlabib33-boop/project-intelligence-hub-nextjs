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PRO-PROD-22 Productivity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Nasr city-Tunnel | 1 data-driven control section | 2026-08-14T03:05:38+00:00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PRO-PROD-22 | Productivity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progress: 01-data/import_templates/progress_updates.csv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Notice to Proceed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Handover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Issue IFC Architectural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 Structural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Procure Reinforcement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 Formwork Materials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NCT-A-EXC-1060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NCT-A-PC-1070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NCT-A-RFT-1080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NCT-A-CON-1090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city-Tunnel.NCT.BLDG-B.SUBSTRUCTURE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NCT-B-EXC-1100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7-Mar-26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city-Tunnel.NCT.BLDG-B.SUBSTRUCTURE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NCT-B-PC-1110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14-Mar-26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