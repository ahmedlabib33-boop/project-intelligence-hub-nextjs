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0"/>
            <a:ext cx="111556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SAMCO-PCO PRO-EQP-08 Equipment &amp; Plant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31546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DE0F0"/>
                </a:solidFill>
              </a:defRPr>
            </a:pPr>
            <a:r>
              <a:t>Nasr city-Tunnel | 1 data-driven control section | 2026-08-14T03:05:38+00:00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PRO-EQP-08 | Equipment &amp; Plant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AA6B00"/>
                </a:solidFill>
              </a:defRPr>
            </a:pPr>
            <a:r>
              <a:t>AWAITING CONTROLLED CSV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No mapped source:  (0 rows)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0574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46464"/>
                </a:solidFill>
              </a:defRPr>
            </a:pPr>
            <a:r>
              <a:t>No controlled CSV data is available for this report section. No value or conclusion has been inferred.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