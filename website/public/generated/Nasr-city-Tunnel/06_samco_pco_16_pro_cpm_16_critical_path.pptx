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PRO-CPM-16 Critical Path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PRO-CPM-16 |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