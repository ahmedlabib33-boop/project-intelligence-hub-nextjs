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0"/>
            <a:ext cx="111556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SAMCO-PCO PRO-CPM-16 Critical Path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31546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CDE0F0"/>
                </a:solidFill>
              </a:defRPr>
            </a:pPr>
            <a:r>
              <a:t>Nasr city-Tunnel | 1 data-driven control section | 2026-08-14T03:05:38+00:00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PRO-CPM-16 | Critical Path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p6: 02-delay_analysis/unified_tia_csv/04- p6_activity_export.csv (0 rows)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activities: 01-data/import_templates/activities.csv (17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32355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wbs_id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activity_name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planned_start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planned_finish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NCT-MS-1000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Notice to Proceed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NCT-MS-1010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Site Handover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8-Jan-26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NCT-ENG-1020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Issue IFC Architectural Drawings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23-Jan-26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NCT-ENG-1030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Approve Structural Shop Drawings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17-Jan-26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6-Feb-26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city-Tunnel.NCT.PROCUREMENT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NCT-PRC-1040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Procure Reinforcement Steel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25-Jan-26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28-Feb-26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city-Tunnel.NCT.PROCUREMENT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NCT-PRC-1050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Deliver Formwork Materials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30-Jan-26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26-Feb-26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city-Tunnel.NCT.BLDG-A.SUBSTRUCTURE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NCT-A-EXC-1060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Building A Excavation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9-Feb-26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26-Feb-26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city-Tunnel.NCT.BLDG-A.SUBSTRUCTURE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NCT-A-PC-1070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Building A Plain Concrete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27-Feb-26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6-Mar-26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city-Tunnel.NCT.BLDG-A.SUBSTRUCTURE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NCT-A-RFT-1080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Building A Raft Reinforcement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7-Mar-26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26-Mar-26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city-Tunnel.NCT.BLDG-A.SUBSTRUCTURE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NCT-A-CON-1090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Building A Raft Concrete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27-Mar-26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31-Mar-26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city-Tunnel.NCT.BLDG-B.SUBSTRUCTURE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NCT-B-EXC-1100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Building B Excavation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16-Feb-26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7-Mar-26</a:t>
                      </a:r>
                    </a:p>
                  </a:txBody>
                  <a:tcPr/>
                </a:tc>
              </a:tr>
              <a:tr h="323568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city-Tunnel.NCT.BLDG-B.SUBSTRUCTURE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NCT-B-PC-1110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Building B Plain Concrete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8-Mar-26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14-Mar-26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