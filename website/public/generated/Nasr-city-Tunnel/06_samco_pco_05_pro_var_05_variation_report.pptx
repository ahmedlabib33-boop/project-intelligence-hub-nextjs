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PRO-VAR-05 Variation Report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2026-08-15T05:31:06+00:00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PRO-VAR-05 | Variation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approval of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9-Mar-26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Restricted access to Building B workfront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