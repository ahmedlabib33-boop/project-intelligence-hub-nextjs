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PRO-SCV-12 S-Curve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PRO-SCV-12 | S-Curve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s_curve: 01-data/import_templates/s_curve.csv (10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823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cumm_monthly_planned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cumm_monthly_actual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24450000.00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24450000.00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41600000.00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66050000.00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59432000.00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125482000.00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252000000.00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74260000.00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199742000.00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368000000.00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88740000.00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288482000.00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138000000.00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105570000.00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394052000.00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657000000.00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100408000.00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821000000.00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85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173000000.00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994000000.00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  <a:tr h="38239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181000000.00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1175000000.00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494460000.00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