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PRO-SCV-12 S-Curve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24450000.00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41600000.00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66050000.00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59432000.00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125482000.00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74260000.00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199742000.00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88740000.00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288482000.00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105570000.00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394052000.00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100408000.00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