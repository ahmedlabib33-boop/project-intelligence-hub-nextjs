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PRO-FCF-25 Forecast Completion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Nasr city-Tunnel | 1 data-driven control section | 2026-08-15T05:31:06+00:00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PRO-FCF-25 | Forecast Completion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01-data/import_templates/project_input_bundle.csv (17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evm: 01-data/import_templates/project_input_bundle.csv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Notice to Proceed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Site Handover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NCT-ENG-1020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Issue IFC Architectural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23-Jan-26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NCT-ENG-1030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Approve Structural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NCT-PRC-1040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Procure Reinforcement Steel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NCT-PRC-1050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Deliver Formwork Materials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NCT-A-EXC-1060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Excavation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NCT-A-PC-1070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Plain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NCT-A-RFT-1080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Raft Reinforcement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NCT-A-CON-1090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Raft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31-Mar-26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city-Tunnel.NCT.BLDG-B.SUBSTRUCTURE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NCT-B-EXC-1100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B Excavation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16-Feb-26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7-Mar-26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city-Tunnel.NCT.BLDG-B.SUBSTRUCTURE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NCT-B-PC-1110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B Plain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14-Mar-26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