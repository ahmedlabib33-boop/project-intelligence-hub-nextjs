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PRO-CAD-27 Contract Administration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Main Buildings and External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Vertex Build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and Utility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Nova MEP Consortium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