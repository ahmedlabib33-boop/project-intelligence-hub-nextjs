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PRO-CAD-27 Contract Administration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PRO-CAD-27 | Contract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contracts: 01-data/import_templates/contracts.csv (2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package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contractor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original_value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Main Buildings and External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Vertex Build JV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Lump sum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980000000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NCT-PKG-02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MEP and Utility Networks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Nova MEP Consortium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Unit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310000000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