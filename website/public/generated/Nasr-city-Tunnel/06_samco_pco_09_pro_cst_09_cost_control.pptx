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PRO-CST-09 Cost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4635000.00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5934375.00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7290000.00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7338750.00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8703750.00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10125000.00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10042500.00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11473125.00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12960000.00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12375000.00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12746250.00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14242500.00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14625000.00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15795000.00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