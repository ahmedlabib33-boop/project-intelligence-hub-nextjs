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PRO-CST-09 Cost Control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Nasr city-Tunnel | 1 data-driven control section | 2026-08-15T05:31:06+00:00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PRO-CST-09 | Cost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evm: 01-data/import_templates/project_input_bundle.csv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period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Notice to Proceed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4500000.00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4635000.00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Handover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5625000.00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5934375.00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NCT-ENG-1020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Issue IFC Architectural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6750000.00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7290000.00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NCT-ENG-1030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 Structural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7125000.00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7338750.00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NCT-PRC-1040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Procure Reinforcement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8250000.00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8703750.00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NCT-PRC-1050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 Formwork Materials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9375000.00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10125000.00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NCT-A-EXC-1060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9750000.00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10042500.00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NCT-A-PC-1070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10875000.00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11473125.00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NCT-A-RFT-1080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12960000.00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NCT-A-CON-1090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12375000.00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12746250.00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NCT-B-EXC-1100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13500000.00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14242500.00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NCT-B-PC-1110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14625000.00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15795000.00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