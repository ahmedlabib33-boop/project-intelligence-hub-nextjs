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Elite SVG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Nasr city-Tunnel | Nasr city-Tunnel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Nasr city-Tunnel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Nasr city-Tunnel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Tunnels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Delayed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1,845,000,000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177,050,000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26.8%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31.5%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199,500,000 / EGP 199,500,000 / EGP 196,112,167 / EGP 206,786,157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0.98 / 0.95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20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