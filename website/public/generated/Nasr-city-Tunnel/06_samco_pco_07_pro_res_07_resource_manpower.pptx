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PRO-RES-07 Resource &amp; Manpower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