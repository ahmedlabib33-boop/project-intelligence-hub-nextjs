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30 data-driven control sections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event_id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root_cause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delay_type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entitlement_status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NCT-ST-CLB-RFT-1100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steel delivery below approved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NCT-ST-PMP-RFT-1200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revised IFC bearing-pedestal detail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NCT-ST-CLR-RFT-1300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Clarifier waterstop and embedded-pipe conflict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NCT-ST-FLT-RFT-1400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response to filter gallery opening RFI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 Assessment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NCT-ST-RES-RFT-1500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Outstanding high-diameter employer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NCT-ST-ADM-RFT-1600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interim payment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 / Potential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 Assessment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structural shop drawing approval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Building B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utility diversion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NCT-UTL-1140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Underground Drainage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plant interruption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NCT-B-CON-1130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Additional dewatering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scenario_id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scenario_name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analyst_status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status_date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priority delivery and two reinforcement crews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NCT-ST-CLB-RFT-1100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Pump hall revised sequence with extended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NCT-ST-PMP-RFT-1200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Clarifier segmented pour and parallel embedded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NCT-ST-CLR-RFT-1300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Filter gallery additional fixing 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NCT-ST-FLT-RFT-1400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Reservoir prioritized steel diameters and night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Recommended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NCT-ST-RES-RFT-1500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Administration foundation subcontract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NCT-ST-ADM-RFT-1600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access to Building B workfront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4635000.00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5934375.00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7290000.00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7338750.00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8703750.00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10125000.00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10042500.00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11473125.00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12960000.00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12746250.00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14242500.00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15795000.00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4635000.00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5934375.00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7290000.00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7338750.00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8703750.00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10125000.00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10042500.00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11473125.00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12960000.00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12746250.00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14242500.00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15795000.00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(12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planned_cumulative_cash_out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currency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53900000.00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99850000.00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149100000.00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57200000.00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206300000.00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65150000.00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271450000.00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68450000.00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400400000.00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76400000.00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476800000.00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548550000.00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79700000.00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87650000.00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715900000.00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798900000.00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24450000.00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41600000.00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66050000.00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59432000.00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125482000.00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74260000.00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199742000.00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88740000.00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288482000.00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105570000.00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394052000.00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100408000.00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Package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Substructure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12-Jan-27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Employer-supplied reinforcement steel delivery slippage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viaduct bearing-seat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interim payment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Alexandria Transit Development 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Rail Builders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30-Jun-28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Main Buildings and External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Vertex Build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980000000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and Utility 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Nova MEP Consortium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310000000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access to Building B workfront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