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30 data-driven control sections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event_id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root_cause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delay_type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entitlement_status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steel delivery below approved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revised IFC bearing-pedestal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waterstop and embedded-pipe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response to filter gallery opening RFI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Outstanding high-diameter employer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 / Potential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structural shop drawing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Building B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utility diversion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NCT-UTL-1140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Underground Drainage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plant interruption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NCT-B-CON-1130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Additional dewatering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analyst_status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status_date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priority delivery and two reinforcement crews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Pump hall revised sequence with extended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segmented pour and parallel embedded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 gallery additional fixing 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Reservoir prioritized steel diameters and night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Administration foundation subcontract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53900000.00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99850000.00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149100000.00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57200000.00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206300000.00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65150000.00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271450000.00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400400000.00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476800000.00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548550000.00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79700000.00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87650000.00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715900000.00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59432000.00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74260000.00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199742000.00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88740000.00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288482000.00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105570000.00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394052000.00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100408000.00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Substructure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Employer-supplied reinforcement steel delivery slippage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viaduct bearing-seat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Alexandria Transit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Rail Builders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30-Jun-28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Main Buildings and External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Vertex Build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and Utility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Nova MEP Consortium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