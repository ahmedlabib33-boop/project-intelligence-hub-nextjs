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PRO-RSK-19 Risk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PRO-RSK-19 | Risk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0515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risk_category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time_impact_days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Employer-supplied reinforcement steel delivery slippage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approval of viaduct bearing-seat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R-103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interim payment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Commercial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