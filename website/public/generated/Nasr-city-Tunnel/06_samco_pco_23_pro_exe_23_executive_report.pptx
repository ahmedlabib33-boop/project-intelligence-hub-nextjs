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PRO-EXE-23 Executive Report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PRO-EXE-23 | Executive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projects: 01-data/import_templates/projects.csv (1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client_name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Alexandria Transit Development 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Delta Rail Builders JV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30-Jun-28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