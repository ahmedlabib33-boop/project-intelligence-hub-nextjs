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PRO-TIA-01 Time Impact &amp; Extension of Time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Nasr city-Tunnel | 1 data-driven control section | 2026-08-15T05:31:06+00:00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PRO-TIA-01 | Time Impact &amp; Extension of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delay_classification: 02-delay_analysis/unified_tia_csv/12_delay_event_classification.csv (6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tia_recovery: 02-delay_analysis/unified_tia_csv/13_tia_recovery_scenario.csv (6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60089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event_id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root_cause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delay_type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entitlement_status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EV-01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NCT-ST-CLB-RFT-1100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Employer steel delivery below approved 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Excusable Compensable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Potentially Entitled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EV-02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NCT-ST-PMP-RFT-1200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revised IFC bearing-pedestal detail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Excusable Compensable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Potentially Entitled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EV-03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NCT-ST-CLR-RFT-1300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Clarifier waterstop and embedded-pipe conflict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Excusable Compensable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Potentially Entitled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EV-04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NCT-ST-FLT-RFT-1400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Delayed response to filter gallery opening RFI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Excusable Compensable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Under Assessment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EV-05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NCT-ST-RES-RFT-1500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Outstanding high-diameter employer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Excusable Compensable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Potentially Entitled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EV-06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NCT-ST-ADM-RFT-1600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Delayed interim payment certification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Commercial / Potential Compensable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Under Assessment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