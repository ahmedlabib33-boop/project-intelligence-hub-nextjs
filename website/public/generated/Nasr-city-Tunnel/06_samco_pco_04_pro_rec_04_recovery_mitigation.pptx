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PRO-REC-04 Recovery &amp; Mitigation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Nasr city-Tunnel | 1 data-driven control section | 2026-08-14T03:05:38+00:00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PRO-REC-04 | Recovery &amp; Mitigation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tia_recovery: 02-delay_analysis/unified_tia_csv/13_tia_recovery_scenario.csv (6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60089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scenario_id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scenario_name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analyst_status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status_date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SCN-01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Steel priority delivery and two reinforcement crews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Approved for Modelling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NCT-ST-CLB-RFT-1100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2026-07-31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SCN-02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Pump hall revised sequence with extended shift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Approved for Modelling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NCT-ST-PMP-RFT-1200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2026-07-31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SCN-03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Clarifier segmented pour and parallel embedded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Approved for Modelling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NCT-ST-CLR-RFT-1300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2026-07-31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SCN-04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Filter gallery additional fixing gang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Candidate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NCT-ST-FLT-RFT-1400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2026-07-31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SCN-05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Reservoir prioritized steel diameters and night shift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Recommended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NCT-ST-RES-RFT-1500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2026-07-31</a:t>
                      </a:r>
                    </a:p>
                  </a:txBody>
                  <a:tcPr/>
                </a:tc>
              </a:tr>
              <a:tr h="600894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SCN-06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Administration foundation subcontract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Candidate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NCT-ST-ADM-RFT-1600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2026-07-31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