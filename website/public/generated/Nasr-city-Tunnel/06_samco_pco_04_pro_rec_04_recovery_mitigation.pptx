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PRO-REC-04 Recovery &amp; Mitigation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(6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scenario_name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analyst_status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status_date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priority delivery and two reinforcement crews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NCT-ST-CLB-RFT-1100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Pump hall revised sequence with extended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NCT-ST-PMP-RFT-1200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Clarifier segmented pour and parallel embedded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Approved for Modelling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NCT-ST-CLR-RFT-1300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Filter gallery additional fixing 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NCT-ST-FLT-RFT-1400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Reservoir prioritized steel diameters and night 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NCT-ST-RES-RFT-1500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SCN-06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Administration foundation subcontract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NCT-ST-ADM-RFT-1600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2026-07-31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