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PRO-CFS-11 Cash Flow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2026-08-15T05:31:06+00:00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PRO-CFS-11 | Cash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planned_cash_flow: 01-data/import_templates/planned_cash_flow.csv (12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planned_cash_out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planned_cumulative_cash_out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currency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basis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45950000.00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45950000.00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53900000.00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99850000.00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49250000.00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149100000.00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57200000.00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206300000.00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65150000.00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271450000.00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60500000.00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331950000.00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68450000.00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400400000.00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1-Aug-26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76400000.00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476800000.00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71750000.00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548550000.00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79700000.00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628250000.00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1-Nov-26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87650000.00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715900000.00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1-Dec-26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83000000.00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798900000.00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