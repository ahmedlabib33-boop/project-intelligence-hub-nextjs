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PRO-DLY-02 Delay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structural shop drawing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Restricted Building B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utility diversion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NCT-UTL-1140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Underground Drainage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plant interruption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NCT-B-CON-1130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Additional dewatering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