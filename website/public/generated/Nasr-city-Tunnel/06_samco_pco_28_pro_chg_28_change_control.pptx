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PRO-CHG-28 Change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approval of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9-Mar-26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Restricted access to Building B workfront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