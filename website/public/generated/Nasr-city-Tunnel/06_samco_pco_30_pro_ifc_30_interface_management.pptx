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PRO-IFC-30 Interface Management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Nasr city-Tunnel | 1 data-driven control section | 2026-08-14T03:05:38+00:00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PRO-IFC-30 | Interface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A6B00"/>
                </a:solidFill>
              </a:defRPr>
            </a:pPr>
            <a:r>
              <a:t>AWAITING CONTROLLED CSV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ifc: 02-delay_analysis/unified_tia_csv/07- ifc_conflict.csv (0 rows)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0574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6464"/>
                </a:solidFill>
              </a:defRPr>
            </a:pPr>
            <a:r>
              <a:t>No controlled CSV data is available for this report section. No value or conclusion has been inferred.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