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PRO-QAQC-21 QA/QC Performance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Nasr city-Tunnel | 1 data-driven control section | 2026-08-15T05:31:06+00:00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PRO-QAQC-21 | QA/QC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